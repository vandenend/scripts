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B43BEF-9B9B-431D-9308-0B2B126B7992}" v="14" dt="2026-09-21T21:56:53.9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redo custSel modSld">
      <pc:chgData name="Jan Willem van den End (EBO_CMA)" userId="32ade95a-e024-4672-952f-5ed8641a9e00" providerId="ADAL" clId="{3BBBE02E-ACD4-4586-9407-5E79BF620DF1}" dt="2026-09-22T06:51:42.256" v="2752" actId="20577"/>
      <pc:docMkLst>
        <pc:docMk/>
      </pc:docMkLst>
      <pc:sldChg chg="modSp mod">
        <pc:chgData name="Jan Willem van den End (EBO_CMA)" userId="32ade95a-e024-4672-952f-5ed8641a9e00" providerId="ADAL" clId="{3BBBE02E-ACD4-4586-9407-5E79BF620DF1}" dt="2026-09-19T07:52:20.074" v="1794" actId="1076"/>
        <pc:sldMkLst>
          <pc:docMk/>
          <pc:sldMk cId="3588697" sldId="657"/>
        </pc:sldMkLst>
        <pc:spChg chg="mod">
          <ac:chgData name="Jan Willem van den End (EBO_CMA)" userId="32ade95a-e024-4672-952f-5ed8641a9e00" providerId="ADAL" clId="{3BBBE02E-ACD4-4586-9407-5E79BF620DF1}" dt="2026-09-19T07:52:20.074" v="1794" actId="1076"/>
          <ac:spMkLst>
            <pc:docMk/>
            <pc:sldMk cId="3588697" sldId="657"/>
            <ac:spMk id="5" creationId="{CA3656D4-EE51-EF04-3E51-2AD8DB9C0964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0:41.054" v="2411" actId="20577"/>
        <pc:sldMkLst>
          <pc:docMk/>
          <pc:sldMk cId="1203207517" sldId="768"/>
        </pc:sldMkLst>
        <pc:spChg chg="mod">
          <ac:chgData name="Jan Willem van den End (EBO_CMA)" userId="32ade95a-e024-4672-952f-5ed8641a9e00" providerId="ADAL" clId="{3BBBE02E-ACD4-4586-9407-5E79BF620DF1}" dt="2026-09-20T19:40:41.054" v="2411" actId="20577"/>
          <ac:spMkLst>
            <pc:docMk/>
            <pc:sldMk cId="1203207517" sldId="768"/>
            <ac:spMk id="8" creationId="{545BE5F7-F057-18CF-DA77-201D8BAEDAF2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1T12:52:28.546" v="2481" actId="1076"/>
        <pc:sldMkLst>
          <pc:docMk/>
          <pc:sldMk cId="2428101549" sldId="784"/>
        </pc:sldMkLst>
        <pc:spChg chg="mod">
          <ac:chgData name="Jan Willem van den End (EBO_CMA)" userId="32ade95a-e024-4672-952f-5ed8641a9e00" providerId="ADAL" clId="{3BBBE02E-ACD4-4586-9407-5E79BF620DF1}" dt="2026-09-20T19:40:36.825" v="2409" actId="14100"/>
          <ac:spMkLst>
            <pc:docMk/>
            <pc:sldMk cId="2428101549" sldId="784"/>
            <ac:spMk id="6" creationId="{613E110F-8AEE-A02C-2032-1F07DE944DEB}"/>
          </ac:spMkLst>
        </pc:spChg>
        <pc:picChg chg="del mod">
          <ac:chgData name="Jan Willem van den End (EBO_CMA)" userId="32ade95a-e024-4672-952f-5ed8641a9e00" providerId="ADAL" clId="{3BBBE02E-ACD4-4586-9407-5E79BF620DF1}" dt="2026-09-21T12:52:06.108" v="2474" actId="478"/>
          <ac:picMkLst>
            <pc:docMk/>
            <pc:sldMk cId="2428101549" sldId="784"/>
            <ac:picMk id="3" creationId="{1D1467E3-A484-4163-851C-187525BE7907}"/>
          </ac:picMkLst>
        </pc:picChg>
        <pc:picChg chg="mod">
          <ac:chgData name="Jan Willem van den End (EBO_CMA)" userId="32ade95a-e024-4672-952f-5ed8641a9e00" providerId="ADAL" clId="{3BBBE02E-ACD4-4586-9407-5E79BF620DF1}" dt="2026-09-21T12:52:28.546" v="2481" actId="1076"/>
          <ac:picMkLst>
            <pc:docMk/>
            <pc:sldMk cId="2428101549" sldId="784"/>
            <ac:picMk id="4" creationId="{6ECE1DC5-FB80-BD91-88E9-814F7F9FA66B}"/>
          </ac:picMkLst>
        </pc:picChg>
        <pc:picChg chg="del">
          <ac:chgData name="Jan Willem van den End (EBO_CMA)" userId="32ade95a-e024-4672-952f-5ed8641a9e00" providerId="ADAL" clId="{3BBBE02E-ACD4-4586-9407-5E79BF620DF1}" dt="2026-09-21T12:48:54.267" v="2454" actId="478"/>
          <ac:picMkLst>
            <pc:docMk/>
            <pc:sldMk cId="2428101549" sldId="784"/>
            <ac:picMk id="10" creationId="{477F3FA9-013F-F0A8-95C8-DBD688C3744A}"/>
          </ac:picMkLst>
        </pc:picChg>
        <pc:picChg chg="add del mod">
          <ac:chgData name="Jan Willem van den End (EBO_CMA)" userId="32ade95a-e024-4672-952f-5ed8641a9e00" providerId="ADAL" clId="{3BBBE02E-ACD4-4586-9407-5E79BF620DF1}" dt="2026-09-21T12:49:28.867" v="2461" actId="1076"/>
          <ac:picMkLst>
            <pc:docMk/>
            <pc:sldMk cId="2428101549" sldId="784"/>
            <ac:picMk id="11" creationId="{7A25CD59-D632-9630-3CAD-3BDC8155E548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22:24.819" v="1551" actId="20577"/>
        <pc:sldMkLst>
          <pc:docMk/>
          <pc:sldMk cId="4129420739" sldId="786"/>
        </pc:sldMkLst>
        <pc:spChg chg="mod">
          <ac:chgData name="Jan Willem van den End (EBO_CMA)" userId="32ade95a-e024-4672-952f-5ed8641a9e00" providerId="ADAL" clId="{3BBBE02E-ACD4-4586-9407-5E79BF620DF1}" dt="2026-09-19T07:22:24.819" v="1551" actId="20577"/>
          <ac:spMkLst>
            <pc:docMk/>
            <pc:sldMk cId="4129420739" sldId="786"/>
            <ac:spMk id="8" creationId="{233DCD29-1BC1-E6E9-61D7-A3B8C24AFEC7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3:08.706" v="2453" actId="6549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20T19:43:08.706" v="2453" actId="6549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8T19:27:10.448" v="1158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59.954" v="2404" actId="20577"/>
        <pc:sldMkLst>
          <pc:docMk/>
          <pc:sldMk cId="374833015" sldId="791"/>
        </pc:sldMkLst>
        <pc:spChg chg="mod">
          <ac:chgData name="Jan Willem van den End (EBO_CMA)" userId="32ade95a-e024-4672-952f-5ed8641a9e00" providerId="ADAL" clId="{3BBBE02E-ACD4-4586-9407-5E79BF620DF1}" dt="2026-09-20T19:32:00.290" v="2064" actId="1076"/>
          <ac:spMkLst>
            <pc:docMk/>
            <pc:sldMk cId="374833015" sldId="791"/>
            <ac:spMk id="8" creationId="{21C63CC4-9F1C-6D6D-9FEF-9D04021E36EE}"/>
          </ac:spMkLst>
        </pc:spChg>
        <pc:spChg chg="mod">
          <ac:chgData name="Jan Willem van den End (EBO_CMA)" userId="32ade95a-e024-4672-952f-5ed8641a9e00" providerId="ADAL" clId="{3BBBE02E-ACD4-4586-9407-5E79BF620DF1}" dt="2026-09-20T19:38:59.954" v="2404" actId="20577"/>
          <ac:spMkLst>
            <pc:docMk/>
            <pc:sldMk cId="374833015" sldId="791"/>
            <ac:spMk id="11" creationId="{7D1FCEE6-8AAC-959D-A8E8-B4CF4C9F0122}"/>
          </ac:spMkLst>
        </pc:spChg>
        <pc:picChg chg="mod">
          <ac:chgData name="Jan Willem van den End (EBO_CMA)" userId="32ade95a-e024-4672-952f-5ed8641a9e00" providerId="ADAL" clId="{3BBBE02E-ACD4-4586-9407-5E79BF620DF1}" dt="2026-09-20T19:31:53.066" v="2062" actId="1076"/>
          <ac:picMkLst>
            <pc:docMk/>
            <pc:sldMk cId="374833015" sldId="791"/>
            <ac:picMk id="9" creationId="{9A1BFB74-B0F9-69A1-8D0B-9ADBEF25B14A}"/>
          </ac:picMkLst>
        </pc:picChg>
      </pc:sldChg>
      <pc:sldChg chg="addSp delSp modSp mod">
        <pc:chgData name="Jan Willem van den End (EBO_CMA)" userId="32ade95a-e024-4672-952f-5ed8641a9e00" providerId="ADAL" clId="{3BBBE02E-ACD4-4586-9407-5E79BF620DF1}" dt="2026-09-21T12:51:25.288" v="2473" actId="1038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20T19:41:39.336" v="2429" actId="20577"/>
          <ac:spMkLst>
            <pc:docMk/>
            <pc:sldMk cId="2304846322" sldId="792"/>
            <ac:spMk id="6" creationId="{CF9708F7-32AE-5645-3159-CE1174AB0729}"/>
          </ac:spMkLst>
        </pc:spChg>
        <pc:picChg chg="del">
          <ac:chgData name="Jan Willem van den End (EBO_CMA)" userId="32ade95a-e024-4672-952f-5ed8641a9e00" providerId="ADAL" clId="{3BBBE02E-ACD4-4586-9407-5E79BF620DF1}" dt="2026-09-21T12:51:02.236" v="2462" actId="478"/>
          <ac:picMkLst>
            <pc:docMk/>
            <pc:sldMk cId="2304846322" sldId="792"/>
            <ac:picMk id="3" creationId="{D13E89F4-0265-ABF8-064D-EE79C4DCAA71}"/>
          </ac:picMkLst>
        </pc:picChg>
        <pc:picChg chg="mod">
          <ac:chgData name="Jan Willem van den End (EBO_CMA)" userId="32ade95a-e024-4672-952f-5ed8641a9e00" providerId="ADAL" clId="{3BBBE02E-ACD4-4586-9407-5E79BF620DF1}" dt="2026-09-21T12:51:25.288" v="2473" actId="1038"/>
          <ac:picMkLst>
            <pc:docMk/>
            <pc:sldMk cId="2304846322" sldId="792"/>
            <ac:picMk id="7" creationId="{5A97EF09-CBBC-6BFB-7A2B-C80CB9B8040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46:22.115" v="1766" actId="114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9T07:46:22.115" v="1766" actId="114"/>
          <ac:spMkLst>
            <pc:docMk/>
            <pc:sldMk cId="515665883" sldId="793"/>
            <ac:spMk id="2" creationId="{6B853D72-57E4-54DF-F916-E87E4C65C99E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25.902" v="2399" actId="20577"/>
        <pc:sldMkLst>
          <pc:docMk/>
          <pc:sldMk cId="240743824" sldId="794"/>
        </pc:sldMkLst>
        <pc:spChg chg="mod">
          <ac:chgData name="Jan Willem van den End (EBO_CMA)" userId="32ade95a-e024-4672-952f-5ed8641a9e00" providerId="ADAL" clId="{3BBBE02E-ACD4-4586-9407-5E79BF620DF1}" dt="2026-09-20T19:38:25.902" v="2399" actId="20577"/>
          <ac:spMkLst>
            <pc:docMk/>
            <pc:sldMk cId="240743824" sldId="794"/>
            <ac:spMk id="11" creationId="{D6974398-2614-1310-0782-A3E80B13A2FD}"/>
          </ac:spMkLst>
        </pc:spChg>
        <pc:picChg chg="mod">
          <ac:chgData name="Jan Willem van den End (EBO_CMA)" userId="32ade95a-e024-4672-952f-5ed8641a9e00" providerId="ADAL" clId="{3BBBE02E-ACD4-4586-9407-5E79BF620DF1}" dt="2026-09-20T19:30:56.811" v="2009" actId="1076"/>
          <ac:picMkLst>
            <pc:docMk/>
            <pc:sldMk cId="240743824" sldId="794"/>
            <ac:picMk id="3" creationId="{A9B511F9-EA27-E187-9227-1EF502D06828}"/>
          </ac:picMkLst>
        </pc:picChg>
        <pc:picChg chg="mod">
          <ac:chgData name="Jan Willem van den End (EBO_CMA)" userId="32ade95a-e024-4672-952f-5ed8641a9e00" providerId="ADAL" clId="{3BBBE02E-ACD4-4586-9407-5E79BF620DF1}" dt="2026-09-20T19:31:44.104" v="2061" actId="1076"/>
          <ac:picMkLst>
            <pc:docMk/>
            <pc:sldMk cId="240743824" sldId="794"/>
            <ac:picMk id="4" creationId="{D752BB6B-84D3-1A02-4BE3-8EAA21B1231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22T06:51:42.256" v="2752" actId="20577"/>
        <pc:sldMkLst>
          <pc:docMk/>
          <pc:sldMk cId="165802264" sldId="795"/>
        </pc:sldMkLst>
        <pc:spChg chg="mod">
          <ac:chgData name="Jan Willem van den End (EBO_CMA)" userId="32ade95a-e024-4672-952f-5ed8641a9e00" providerId="ADAL" clId="{3BBBE02E-ACD4-4586-9407-5E79BF620DF1}" dt="2026-09-22T06:51:42.256" v="2752" actId="20577"/>
          <ac:spMkLst>
            <pc:docMk/>
            <pc:sldMk cId="165802264" sldId="795"/>
            <ac:spMk id="2" creationId="{7415D86D-5542-3552-758F-1923FC3E3C99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1T21:58:20.427" v="2750" actId="20577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21T21:58:20.427" v="2750" actId="20577"/>
          <ac:spMkLst>
            <pc:docMk/>
            <pc:sldMk cId="909146083" sldId="796"/>
            <ac:spMk id="2" creationId="{9D7DFCD1-CA74-2C76-7A49-94B41E557F74}"/>
          </ac:spMkLst>
        </pc:spChg>
        <pc:spChg chg="add del mod">
          <ac:chgData name="Jan Willem van den End (EBO_CMA)" userId="32ade95a-e024-4672-952f-5ed8641a9e00" providerId="ADAL" clId="{3BBBE02E-ACD4-4586-9407-5E79BF620DF1}" dt="2026-09-21T12:54:46.779" v="2490" actId="21"/>
          <ac:spMkLst>
            <pc:docMk/>
            <pc:sldMk cId="909146083" sldId="796"/>
            <ac:spMk id="3" creationId="{23C9BFD4-AA2F-C8EE-A3EB-D5C9BACC14F1}"/>
          </ac:spMkLst>
        </pc:spChg>
        <pc:spChg chg="add mod">
          <ac:chgData name="Jan Willem van den End (EBO_CMA)" userId="32ade95a-e024-4672-952f-5ed8641a9e00" providerId="ADAL" clId="{3BBBE02E-ACD4-4586-9407-5E79BF620DF1}" dt="2026-09-21T21:58:09.680" v="2739" actId="1076"/>
          <ac:spMkLst>
            <pc:docMk/>
            <pc:sldMk cId="909146083" sldId="796"/>
            <ac:spMk id="6" creationId="{4ED6076C-5ED2-F560-9ECC-68A359BFC0CA}"/>
          </ac:spMkLst>
        </pc:spChg>
        <pc:spChg chg="add mod">
          <ac:chgData name="Jan Willem van den End (EBO_CMA)" userId="32ade95a-e024-4672-952f-5ed8641a9e00" providerId="ADAL" clId="{3BBBE02E-ACD4-4586-9407-5E79BF620DF1}" dt="2026-09-21T21:58:09.680" v="2739" actId="1076"/>
          <ac:spMkLst>
            <pc:docMk/>
            <pc:sldMk cId="909146083" sldId="796"/>
            <ac:spMk id="7" creationId="{475F513A-C52D-7D55-1C0D-2A6BC3630CED}"/>
          </ac:spMkLst>
        </pc:spChg>
        <pc:spChg chg="add del mod">
          <ac:chgData name="Jan Willem van den End (EBO_CMA)" userId="32ade95a-e024-4672-952f-5ed8641a9e00" providerId="ADAL" clId="{3BBBE02E-ACD4-4586-9407-5E79BF620DF1}" dt="2026-09-21T21:57:05.242" v="2688" actId="21"/>
          <ac:spMkLst>
            <pc:docMk/>
            <pc:sldMk cId="909146083" sldId="796"/>
            <ac:spMk id="8" creationId="{5643E4AF-9E9D-0E9E-1516-7D39415B0712}"/>
          </ac:spMkLst>
        </pc:spChg>
        <pc:picChg chg="mod">
          <ac:chgData name="Jan Willem van den End (EBO_CMA)" userId="32ade95a-e024-4672-952f-5ed8641a9e00" providerId="ADAL" clId="{3BBBE02E-ACD4-4586-9407-5E79BF620DF1}" dt="2026-09-21T21:58:09.680" v="2739" actId="1076"/>
          <ac:picMkLst>
            <pc:docMk/>
            <pc:sldMk cId="909146083" sldId="796"/>
            <ac:picMk id="3" creationId="{A69985F4-E5BB-D076-899F-DF9BEDA0FAA6}"/>
          </ac:picMkLst>
        </pc:picChg>
        <pc:picChg chg="add del mod">
          <ac:chgData name="Jan Willem van den End (EBO_CMA)" userId="32ade95a-e024-4672-952f-5ed8641a9e00" providerId="ADAL" clId="{3BBBE02E-ACD4-4586-9407-5E79BF620DF1}" dt="2026-09-21T12:54:28.516" v="2485" actId="478"/>
          <ac:picMkLst>
            <pc:docMk/>
            <pc:sldMk cId="909146083" sldId="796"/>
            <ac:picMk id="4" creationId="{FD6B8E7D-29E9-A720-3479-9CC57D8735B6}"/>
          </ac:picMkLst>
        </pc:picChg>
        <pc:picChg chg="del mod">
          <ac:chgData name="Jan Willem van den End (EBO_CMA)" userId="32ade95a-e024-4672-952f-5ed8641a9e00" providerId="ADAL" clId="{3BBBE02E-ACD4-4586-9407-5E79BF620DF1}" dt="2026-09-21T21:56:16.469" v="2685" actId="478"/>
          <ac:picMkLst>
            <pc:docMk/>
            <pc:sldMk cId="909146083" sldId="796"/>
            <ac:picMk id="5" creationId="{7AC3EA6C-9FAB-BBCC-B436-3E86CEC1882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endParaRPr lang="nl-NL" sz="1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Eur Com bi-annual forecast vintages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probit regressions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7342633" y="3047300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2011-2025, 548 obs and shock years 2020, 2022, 2025,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001" y="1098631"/>
            <a:ext cx="3153296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washed out by common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shock years (higher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338" y="3469220"/>
            <a:ext cx="4088978" cy="221905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CE1DC5-FB80-BD91-88E9-814F7F9FA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339" y="1249141"/>
            <a:ext cx="4088977" cy="213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956753"/>
            <a:ext cx="3127249" cy="517449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More positive growth surprises in shock years for countries with higher tech-exports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Higher stock market exposure does not make a difference (in this unconditional test). Common component may dominate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97EF09-CBBC-6BFB-7A2B-C80CB9B80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96" y="1234859"/>
            <a:ext cx="396240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Only ICT/AI-related trade exposure has an additional effect on positive growth surprise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Confirming the inights from the unconditional tests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399568"/>
            <a:ext cx="874882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Standard errors based on country-clustered sandwich covariance matrix (robust to heteroscedasticity and within country dependence, so countries (clusters) are assumed independent of each other).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9985F4-E5BB-D076-899F-DF9BEDA0F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30" y="2791922"/>
            <a:ext cx="8452144" cy="24005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5F513A-C52D-7D55-1C0D-2A6BC3630CED}"/>
                  </a:ext>
                </a:extLst>
              </p:cNvPr>
              <p:cNvSpPr txBox="1"/>
              <p:nvPr/>
            </p:nvSpPr>
            <p:spPr>
              <a:xfrm>
                <a:off x="281720" y="3413414"/>
                <a:ext cx="2543776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</a:t>
                </a:r>
                <a:r>
                  <a:rPr lang="en-GB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5F513A-C52D-7D55-1C0D-2A6BC3630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20" y="3413414"/>
                <a:ext cx="2543776" cy="381515"/>
              </a:xfrm>
              <a:prstGeom prst="rect">
                <a:avLst/>
              </a:prstGeom>
              <a:blipFill>
                <a:blip r:embed="rId4"/>
                <a:stretch>
                  <a:fillRect l="-1914" t="-9524" b="-206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Positive growth surprises more common in shock years than in normal years, pointing to larger than expected resilience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investment matters, but mainly in normal times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Financial AI-exposure does not play this role and even seems to be a relative disadvantage during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Trade exposure has been a resilience channel in shock years (AI-stock market correlation has not) …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	… but 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if a future shock would originate from the AI sector 	itself, high-tech trade exposure could turn from an 	advantage into a vulnerability</a:t>
            </a: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251888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" y="1558892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304990" y="5154001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2000-2025 (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some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countries</a:t>
            </a:r>
            <a:r>
              <a:rPr lang="nl-NL" sz="1200" dirty="0">
                <a:solidFill>
                  <a:srgbClr val="002060"/>
                </a:solidFill>
              </a:rPr>
              <a:t> the 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missing;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 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4849659"/>
            <a:ext cx="40873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 (data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</a:t>
            </a:r>
            <a:r>
              <a:rPr lang="nl-NL" sz="1200" dirty="0" err="1">
                <a:solidFill>
                  <a:srgbClr val="002060"/>
                </a:solidFill>
              </a:rPr>
              <a:t>not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available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yet</a:t>
            </a:r>
            <a:r>
              <a:rPr lang="nl-NL" sz="1200" dirty="0">
                <a:solidFill>
                  <a:srgbClr val="002060"/>
                </a:solidFill>
              </a:rPr>
              <a:t>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408176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29" y="1522726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1753</TotalTime>
  <Words>1110</Words>
  <Application>Microsoft Office PowerPoint</Application>
  <PresentationFormat>On-screen Show (4:3)</PresentationFormat>
  <Paragraphs>113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Times New Roman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Conclusions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2026-09-22T06:51:50Z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