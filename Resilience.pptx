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18"/>
  </p:notesMasterIdLst>
  <p:handoutMasterIdLst>
    <p:handoutMasterId r:id="rId19"/>
  </p:handoutMasterIdLst>
  <p:sldIdLst>
    <p:sldId id="781" r:id="rId3"/>
    <p:sldId id="768" r:id="rId4"/>
    <p:sldId id="795" r:id="rId5"/>
    <p:sldId id="657" r:id="rId6"/>
    <p:sldId id="786" r:id="rId7"/>
    <p:sldId id="784" r:id="rId8"/>
    <p:sldId id="792" r:id="rId9"/>
    <p:sldId id="793" r:id="rId10"/>
    <p:sldId id="796" r:id="rId11"/>
    <p:sldId id="790" r:id="rId12"/>
    <p:sldId id="783" r:id="rId13"/>
    <p:sldId id="782" r:id="rId14"/>
    <p:sldId id="791" r:id="rId15"/>
    <p:sldId id="794" r:id="rId16"/>
    <p:sldId id="797" r:id="rId17"/>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86" dt="2026-09-30T07:03:06.476"/>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1180" y="5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pc:chgData name="Jan Willem van den End (EBO_CMA)" userId="32ade95a-e024-4672-952f-5ed8641a9e00" providerId="ADAL" clId="{3BBBE02E-ACD4-4586-9407-5E79BF620DF1}" dt="2026-09-30T07:03:06.476" v="6084" actId="20577"/>
      <pc:docMkLst>
        <pc:docMk/>
      </pc:docMkLst>
      <pc:sldChg chg="delSp modSp mod">
        <pc:chgData name="Jan Willem van den End (EBO_CMA)" userId="32ade95a-e024-4672-952f-5ed8641a9e00" providerId="ADAL" clId="{3BBBE02E-ACD4-4586-9407-5E79BF620DF1}" dt="2026-09-29T19:17:20.417" v="5882" actId="1076"/>
        <pc:sldMkLst>
          <pc:docMk/>
          <pc:sldMk cId="3588697" sldId="657"/>
        </pc:sldMkLst>
        <pc:spChg chg="mod">
          <ac:chgData name="Jan Willem van den End (EBO_CMA)" userId="32ade95a-e024-4672-952f-5ed8641a9e00" providerId="ADAL" clId="{3BBBE02E-ACD4-4586-9407-5E79BF620DF1}" dt="2026-09-29T19:17:20.417" v="5882" actId="1076"/>
          <ac:spMkLst>
            <pc:docMk/>
            <pc:sldMk cId="3588697" sldId="657"/>
            <ac:spMk id="2" creationId="{8F3D8D65-3E89-7468-E586-D814DD2BD102}"/>
          </ac:spMkLst>
        </pc:spChg>
      </pc:sldChg>
      <pc:sldChg chg="modSp mod">
        <pc:chgData name="Jan Willem van den End (EBO_CMA)" userId="32ade95a-e024-4672-952f-5ed8641a9e00" providerId="ADAL" clId="{3BBBE02E-ACD4-4586-9407-5E79BF620DF1}" dt="2026-09-25T10:45:34.501" v="5500" actId="20577"/>
        <pc:sldMkLst>
          <pc:docMk/>
          <pc:sldMk cId="1203207517" sldId="768"/>
        </pc:sldMkLst>
        <pc:spChg chg="mod">
          <ac:chgData name="Jan Willem van den End (EBO_CMA)" userId="32ade95a-e024-4672-952f-5ed8641a9e00" providerId="ADAL" clId="{3BBBE02E-ACD4-4586-9407-5E79BF620DF1}" dt="2026-09-25T10:45:34.501" v="5500" actId="20577"/>
          <ac:spMkLst>
            <pc:docMk/>
            <pc:sldMk cId="1203207517" sldId="768"/>
            <ac:spMk id="8" creationId="{545BE5F7-F057-18CF-DA77-201D8BAEDAF2}"/>
          </ac:spMkLst>
        </pc:spChg>
      </pc:sldChg>
      <pc:sldChg chg="modSp mod">
        <pc:chgData name="Jan Willem van den End (EBO_CMA)" userId="32ade95a-e024-4672-952f-5ed8641a9e00" providerId="ADAL" clId="{3BBBE02E-ACD4-4586-9407-5E79BF620DF1}" dt="2026-09-24T09:53:12.219" v="4093"/>
        <pc:sldMkLst>
          <pc:docMk/>
          <pc:sldMk cId="1473696260" sldId="782"/>
        </pc:sldMkLst>
        <pc:spChg chg="mod">
          <ac:chgData name="Jan Willem van den End (EBO_CMA)" userId="32ade95a-e024-4672-952f-5ed8641a9e00" providerId="ADAL" clId="{3BBBE02E-ACD4-4586-9407-5E79BF620DF1}" dt="2026-09-24T09:53:12.219" v="4093"/>
          <ac:spMkLst>
            <pc:docMk/>
            <pc:sldMk cId="1473696260" sldId="782"/>
            <ac:spMk id="8" creationId="{F8831F86-71DE-C3FE-B109-F7E9B5952F04}"/>
          </ac:spMkLst>
        </pc:spChg>
      </pc:sldChg>
      <pc:sldChg chg="addSp delSp modSp mod">
        <pc:chgData name="Jan Willem van den End (EBO_CMA)" userId="32ade95a-e024-4672-952f-5ed8641a9e00" providerId="ADAL" clId="{3BBBE02E-ACD4-4586-9407-5E79BF620DF1}" dt="2026-09-29T19:08:51.624" v="5708" actId="1076"/>
        <pc:sldMkLst>
          <pc:docMk/>
          <pc:sldMk cId="2428101549" sldId="784"/>
        </pc:sldMkLst>
        <pc:spChg chg="mod">
          <ac:chgData name="Jan Willem van den End (EBO_CMA)" userId="32ade95a-e024-4672-952f-5ed8641a9e00" providerId="ADAL" clId="{3BBBE02E-ACD4-4586-9407-5E79BF620DF1}" dt="2026-09-25T10:05:05.902" v="5061" actId="1035"/>
          <ac:spMkLst>
            <pc:docMk/>
            <pc:sldMk cId="2428101549" sldId="784"/>
            <ac:spMk id="5" creationId="{0EEE5C01-F407-B286-8291-7A84B3BBB14E}"/>
          </ac:spMkLst>
        </pc:spChg>
        <pc:spChg chg="mod">
          <ac:chgData name="Jan Willem van den End (EBO_CMA)" userId="32ade95a-e024-4672-952f-5ed8641a9e00" providerId="ADAL" clId="{3BBBE02E-ACD4-4586-9407-5E79BF620DF1}" dt="2026-09-25T10:09:42.045" v="5079" actId="20577"/>
          <ac:spMkLst>
            <pc:docMk/>
            <pc:sldMk cId="2428101549" sldId="784"/>
            <ac:spMk id="6" creationId="{613E110F-8AEE-A02C-2032-1F07DE944DEB}"/>
          </ac:spMkLst>
        </pc:spChg>
        <pc:spChg chg="add mod">
          <ac:chgData name="Jan Willem van den End (EBO_CMA)" userId="32ade95a-e024-4672-952f-5ed8641a9e00" providerId="ADAL" clId="{3BBBE02E-ACD4-4586-9407-5E79BF620DF1}" dt="2026-09-25T11:36:40.711" v="5518" actId="20577"/>
          <ac:spMkLst>
            <pc:docMk/>
            <pc:sldMk cId="2428101549" sldId="784"/>
            <ac:spMk id="13" creationId="{C8DC46B8-5E08-30F3-1EE3-CB90635026CE}"/>
          </ac:spMkLst>
        </pc:spChg>
        <pc:picChg chg="mod">
          <ac:chgData name="Jan Willem van den End (EBO_CMA)" userId="32ade95a-e024-4672-952f-5ed8641a9e00" providerId="ADAL" clId="{3BBBE02E-ACD4-4586-9407-5E79BF620DF1}" dt="2026-09-29T19:08:49.382" v="5707" actId="14100"/>
          <ac:picMkLst>
            <pc:docMk/>
            <pc:sldMk cId="2428101549" sldId="784"/>
            <ac:picMk id="3" creationId="{B68D3A0C-D014-485F-5A02-9F50BA67BD89}"/>
          </ac:picMkLst>
        </pc:picChg>
        <pc:picChg chg="mod">
          <ac:chgData name="Jan Willem van den End (EBO_CMA)" userId="32ade95a-e024-4672-952f-5ed8641a9e00" providerId="ADAL" clId="{3BBBE02E-ACD4-4586-9407-5E79BF620DF1}" dt="2026-09-29T19:08:51.624" v="5708" actId="1076"/>
          <ac:picMkLst>
            <pc:docMk/>
            <pc:sldMk cId="2428101549" sldId="784"/>
            <ac:picMk id="4" creationId="{AFFB3634-5B82-136E-F947-D33F3E34AD6C}"/>
          </ac:picMkLst>
        </pc:picChg>
        <pc:picChg chg="del mod">
          <ac:chgData name="Jan Willem van den End (EBO_CMA)" userId="32ade95a-e024-4672-952f-5ed8641a9e00" providerId="ADAL" clId="{3BBBE02E-ACD4-4586-9407-5E79BF620DF1}" dt="2026-09-29T19:07:59.062" v="5700" actId="478"/>
          <ac:picMkLst>
            <pc:docMk/>
            <pc:sldMk cId="2428101549" sldId="784"/>
            <ac:picMk id="10" creationId="{FC7B6F34-37FE-D63D-7B8B-54AB0BA70756}"/>
          </ac:picMkLst>
        </pc:picChg>
        <pc:picChg chg="del mod">
          <ac:chgData name="Jan Willem van den End (EBO_CMA)" userId="32ade95a-e024-4672-952f-5ed8641a9e00" providerId="ADAL" clId="{3BBBE02E-ACD4-4586-9407-5E79BF620DF1}" dt="2026-09-29T19:08:32.770" v="5704" actId="478"/>
          <ac:picMkLst>
            <pc:docMk/>
            <pc:sldMk cId="2428101549" sldId="784"/>
            <ac:picMk id="11" creationId="{9865C647-8D5F-98A1-58E5-AEFAF3242ABD}"/>
          </ac:picMkLst>
        </pc:picChg>
      </pc:sldChg>
      <pc:sldChg chg="modSp mod">
        <pc:chgData name="Jan Willem van den End (EBO_CMA)" userId="32ade95a-e024-4672-952f-5ed8641a9e00" providerId="ADAL" clId="{3BBBE02E-ACD4-4586-9407-5E79BF620DF1}" dt="2026-09-19T07:22:24.819" v="1551" actId="20577"/>
        <pc:sldMkLst>
          <pc:docMk/>
          <pc:sldMk cId="4129420739" sldId="786"/>
        </pc:sldMkLst>
        <pc:spChg chg="mod">
          <ac:chgData name="Jan Willem van den End (EBO_CMA)" userId="32ade95a-e024-4672-952f-5ed8641a9e00" providerId="ADAL" clId="{3BBBE02E-ACD4-4586-9407-5E79BF620DF1}" dt="2026-09-19T07:22:24.819" v="1551"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9T19:14:24.559" v="5805" actId="20577"/>
        <pc:sldMkLst>
          <pc:docMk/>
          <pc:sldMk cId="3777662078" sldId="790"/>
        </pc:sldMkLst>
        <pc:spChg chg="mod">
          <ac:chgData name="Jan Willem van den End (EBO_CMA)" userId="32ade95a-e024-4672-952f-5ed8641a9e00" providerId="ADAL" clId="{3BBBE02E-ACD4-4586-9407-5E79BF620DF1}" dt="2026-09-29T19:14:24.559" v="5805" actId="20577"/>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9T19:15:17.932" v="5809" actId="6549"/>
        <pc:sldMkLst>
          <pc:docMk/>
          <pc:sldMk cId="374833015" sldId="791"/>
        </pc:sldMkLst>
        <pc:spChg chg="mod">
          <ac:chgData name="Jan Willem van den End (EBO_CMA)" userId="32ade95a-e024-4672-952f-5ed8641a9e00" providerId="ADAL" clId="{3BBBE02E-ACD4-4586-9407-5E79BF620DF1}" dt="2026-09-25T10:43:33.513" v="5406" actId="20577"/>
          <ac:spMkLst>
            <pc:docMk/>
            <pc:sldMk cId="374833015" sldId="791"/>
            <ac:spMk id="4" creationId="{80A3C609-6383-27DE-510C-C64F4B0DBC92}"/>
          </ac:spMkLst>
        </pc:spChg>
        <pc:spChg chg="mod">
          <ac:chgData name="Jan Willem van den End (EBO_CMA)" userId="32ade95a-e024-4672-952f-5ed8641a9e00" providerId="ADAL" clId="{3BBBE02E-ACD4-4586-9407-5E79BF620DF1}" dt="2026-09-29T19:15:17.932" v="5809" actId="6549"/>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sldChg>
      <pc:sldChg chg="addSp delSp modSp mod">
        <pc:chgData name="Jan Willem van den End (EBO_CMA)" userId="32ade95a-e024-4672-952f-5ed8641a9e00" providerId="ADAL" clId="{3BBBE02E-ACD4-4586-9407-5E79BF620DF1}" dt="2026-09-29T19:11:01.220" v="5723" actId="1076"/>
        <pc:sldMkLst>
          <pc:docMk/>
          <pc:sldMk cId="2304846322" sldId="792"/>
        </pc:sldMkLst>
        <pc:spChg chg="mod">
          <ac:chgData name="Jan Willem van den End (EBO_CMA)" userId="32ade95a-e024-4672-952f-5ed8641a9e00" providerId="ADAL" clId="{3BBBE02E-ACD4-4586-9407-5E79BF620DF1}" dt="2026-09-25T10:04:33.062" v="5051" actId="1038"/>
          <ac:spMkLst>
            <pc:docMk/>
            <pc:sldMk cId="2304846322" sldId="792"/>
            <ac:spMk id="5" creationId="{64CF75E5-0A93-A50A-135C-BD487E25C478}"/>
          </ac:spMkLst>
        </pc:spChg>
        <pc:spChg chg="mod">
          <ac:chgData name="Jan Willem van den End (EBO_CMA)" userId="32ade95a-e024-4672-952f-5ed8641a9e00" providerId="ADAL" clId="{3BBBE02E-ACD4-4586-9407-5E79BF620DF1}" dt="2026-09-29T19:10:03.460" v="5714" actId="20577"/>
          <ac:spMkLst>
            <pc:docMk/>
            <pc:sldMk cId="2304846322" sldId="792"/>
            <ac:spMk id="6" creationId="{CF9708F7-32AE-5645-3159-CE1174AB0729}"/>
          </ac:spMkLst>
        </pc:spChg>
        <pc:spChg chg="mod">
          <ac:chgData name="Jan Willem van den End (EBO_CMA)" userId="32ade95a-e024-4672-952f-5ed8641a9e00" providerId="ADAL" clId="{3BBBE02E-ACD4-4586-9407-5E79BF620DF1}" dt="2026-09-25T11:36:54.569" v="5519"/>
          <ac:spMkLst>
            <pc:docMk/>
            <pc:sldMk cId="2304846322" sldId="792"/>
            <ac:spMk id="8" creationId="{AEE2C5DE-2B6A-1A21-C169-797AC72B8FC2}"/>
          </ac:spMkLst>
        </pc:spChg>
        <pc:picChg chg="mod">
          <ac:chgData name="Jan Willem van den End (EBO_CMA)" userId="32ade95a-e024-4672-952f-5ed8641a9e00" providerId="ADAL" clId="{3BBBE02E-ACD4-4586-9407-5E79BF620DF1}" dt="2026-09-29T19:10:39.056" v="5719" actId="14100"/>
          <ac:picMkLst>
            <pc:docMk/>
            <pc:sldMk cId="2304846322" sldId="792"/>
            <ac:picMk id="3" creationId="{E4247869-22B3-74B1-C2DC-BC2BF3DF0889}"/>
          </ac:picMkLst>
        </pc:picChg>
        <pc:picChg chg="mod">
          <ac:chgData name="Jan Willem van den End (EBO_CMA)" userId="32ade95a-e024-4672-952f-5ed8641a9e00" providerId="ADAL" clId="{3BBBE02E-ACD4-4586-9407-5E79BF620DF1}" dt="2026-09-29T19:11:01.220" v="5723" actId="1076"/>
          <ac:picMkLst>
            <pc:docMk/>
            <pc:sldMk cId="2304846322" sldId="792"/>
            <ac:picMk id="4" creationId="{0231C4B6-AE28-A975-F5EB-43D3FA1E2ADA}"/>
          </ac:picMkLst>
        </pc:picChg>
        <pc:picChg chg="del mod">
          <ac:chgData name="Jan Willem van den End (EBO_CMA)" userId="32ade95a-e024-4672-952f-5ed8641a9e00" providerId="ADAL" clId="{3BBBE02E-ACD4-4586-9407-5E79BF620DF1}" dt="2026-09-29T19:10:15.163" v="5715" actId="478"/>
          <ac:picMkLst>
            <pc:docMk/>
            <pc:sldMk cId="2304846322" sldId="792"/>
            <ac:picMk id="10" creationId="{8ED05194-3FC9-0803-C7D5-C61C218BC7C9}"/>
          </ac:picMkLst>
        </pc:picChg>
        <pc:picChg chg="del mod">
          <ac:chgData name="Jan Willem van den End (EBO_CMA)" userId="32ade95a-e024-4672-952f-5ed8641a9e00" providerId="ADAL" clId="{3BBBE02E-ACD4-4586-9407-5E79BF620DF1}" dt="2026-09-29T19:10:40.725" v="5720" actId="478"/>
          <ac:picMkLst>
            <pc:docMk/>
            <pc:sldMk cId="2304846322" sldId="792"/>
            <ac:picMk id="11" creationId="{F62A9DDD-9890-E970-E360-5F7C952A0047}"/>
          </ac:picMkLst>
        </pc:picChg>
      </pc:sldChg>
      <pc:sldChg chg="modSp mod modNotesTx">
        <pc:chgData name="Jan Willem van den End (EBO_CMA)" userId="32ade95a-e024-4672-952f-5ed8641a9e00" providerId="ADAL" clId="{3BBBE02E-ACD4-4586-9407-5E79BF620DF1}" dt="2026-09-30T07:03:06.476" v="6084" actId="20577"/>
        <pc:sldMkLst>
          <pc:docMk/>
          <pc:sldMk cId="515665883" sldId="793"/>
        </pc:sldMkLst>
        <pc:spChg chg="mod">
          <ac:chgData name="Jan Willem van den End (EBO_CMA)" userId="32ade95a-e024-4672-952f-5ed8641a9e00" providerId="ADAL" clId="{3BBBE02E-ACD4-4586-9407-5E79BF620DF1}" dt="2026-09-30T07:03:06.476" v="6084" actId="20577"/>
          <ac:spMkLst>
            <pc:docMk/>
            <pc:sldMk cId="515665883" sldId="793"/>
            <ac:spMk id="2" creationId="{6B853D72-57E4-54DF-F916-E87E4C65C99E}"/>
          </ac:spMkLst>
        </pc:spChg>
      </pc:sldChg>
      <pc:sldChg chg="delSp modSp mod modNotesTx">
        <pc:chgData name="Jan Willem van den End (EBO_CMA)" userId="32ade95a-e024-4672-952f-5ed8641a9e00" providerId="ADAL" clId="{3BBBE02E-ACD4-4586-9407-5E79BF620DF1}" dt="2026-09-29T19:15:39.472" v="5810" actId="20577"/>
        <pc:sldMkLst>
          <pc:docMk/>
          <pc:sldMk cId="240743824" sldId="794"/>
        </pc:sldMkLst>
        <pc:spChg chg="mod">
          <ac:chgData name="Jan Willem van den End (EBO_CMA)" userId="32ade95a-e024-4672-952f-5ed8641a9e00" providerId="ADAL" clId="{3BBBE02E-ACD4-4586-9407-5E79BF620DF1}" dt="2026-09-29T19:15:39.472" v="5810" actId="20577"/>
          <ac:spMkLst>
            <pc:docMk/>
            <pc:sldMk cId="240743824" sldId="794"/>
            <ac:spMk id="8" creationId="{0677632A-56D3-3DDB-C434-EB0FC24E2732}"/>
          </ac:spMkLst>
        </pc:spChg>
        <pc:spChg chg="mod">
          <ac:chgData name="Jan Willem van den End (EBO_CMA)" userId="32ade95a-e024-4672-952f-5ed8641a9e00" providerId="ADAL" clId="{3BBBE02E-ACD4-4586-9407-5E79BF620DF1}" dt="2026-09-25T09:33:54.734" v="4688" actId="20577"/>
          <ac:spMkLst>
            <pc:docMk/>
            <pc:sldMk cId="240743824" sldId="794"/>
            <ac:spMk id="11" creationId="{D6974398-2614-1310-0782-A3E80B13A2FD}"/>
          </ac:spMkLst>
        </pc:sp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09-22T06:51:42.256" v="2752" actId="20577"/>
        <pc:sldMkLst>
          <pc:docMk/>
          <pc:sldMk cId="165802264" sldId="795"/>
        </pc:sldMkLst>
        <pc:spChg chg="mod">
          <ac:chgData name="Jan Willem van den End (EBO_CMA)" userId="32ade95a-e024-4672-952f-5ed8641a9e00" providerId="ADAL" clId="{3BBBE02E-ACD4-4586-9407-5E79BF620DF1}" dt="2026-09-22T06:51:42.256" v="2752"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09-30T07:02:45.020" v="6080" actId="1076"/>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09-30T06:55:20.835" v="6077" actId="20577"/>
          <ac:spMkLst>
            <pc:docMk/>
            <pc:sldMk cId="909146083" sldId="796"/>
            <ac:spMk id="6" creationId="{4ED6076C-5ED2-F560-9ECC-68A359BFC0CA}"/>
          </ac:spMkLst>
        </pc:spChg>
        <pc:picChg chg="del mod">
          <ac:chgData name="Jan Willem van den End (EBO_CMA)" userId="32ade95a-e024-4672-952f-5ed8641a9e00" providerId="ADAL" clId="{3BBBE02E-ACD4-4586-9407-5E79BF620DF1}" dt="2026-09-30T07:02:26.402" v="6078" actId="478"/>
          <ac:picMkLst>
            <pc:docMk/>
            <pc:sldMk cId="909146083" sldId="796"/>
            <ac:picMk id="3" creationId="{6492589E-33A7-C5CD-04E6-4BE9402B49C5}"/>
          </ac:picMkLst>
        </pc:picChg>
        <pc:picChg chg="mod">
          <ac:chgData name="Jan Willem van den End (EBO_CMA)" userId="32ade95a-e024-4672-952f-5ed8641a9e00" providerId="ADAL" clId="{3BBBE02E-ACD4-4586-9407-5E79BF620DF1}" dt="2026-09-30T07:02:45.020" v="6080" actId="1076"/>
          <ac:picMkLst>
            <pc:docMk/>
            <pc:sldMk cId="909146083" sldId="796"/>
            <ac:picMk id="4" creationId="{AD9689AB-CE82-70F1-7C47-1B6F79E64021}"/>
          </ac:picMkLst>
        </pc:picChg>
        <pc:picChg chg="del mod">
          <ac:chgData name="Jan Willem van den End (EBO_CMA)" userId="32ade95a-e024-4672-952f-5ed8641a9e00" providerId="ADAL" clId="{3BBBE02E-ACD4-4586-9407-5E79BF620DF1}" dt="2026-09-29T12:11:44.654" v="5619" actId="478"/>
          <ac:picMkLst>
            <pc:docMk/>
            <pc:sldMk cId="909146083" sldId="796"/>
            <ac:picMk id="10" creationId="{C9A895D5-4DBA-4775-3A49-739C761362E5}"/>
          </ac:picMkLst>
        </pc:picChg>
      </pc:sldChg>
      <pc:sldChg chg="modSp add mod modNotesTx">
        <pc:chgData name="Jan Willem van den End (EBO_CMA)" userId="32ade95a-e024-4672-952f-5ed8641a9e00" providerId="ADAL" clId="{3BBBE02E-ACD4-4586-9407-5E79BF620DF1}" dt="2026-09-29T19:16:39.558" v="5878"/>
        <pc:sldMkLst>
          <pc:docMk/>
          <pc:sldMk cId="341592472" sldId="797"/>
        </pc:sldMkLst>
        <pc:spChg chg="mod">
          <ac:chgData name="Jan Willem van den End (EBO_CMA)" userId="32ade95a-e024-4672-952f-5ed8641a9e00" providerId="ADAL" clId="{3BBBE02E-ACD4-4586-9407-5E79BF620DF1}" dt="2026-09-29T19:16:39.558" v="5878"/>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30-9-2026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30-9-2026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endParaRPr lang="nl-NL"/>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endParaRPr lang="nl-NL"/>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p:txBody>
          <a:bodyPr/>
          <a:lstStyle/>
          <a:p>
            <a:pPr marL="171450" indent="-171450">
              <a:buFontTx/>
              <a:buChar char="-"/>
            </a:pPr>
            <a:r>
              <a:rPr lang="nl-NL" dirty="0" err="1"/>
              <a:t>Each</a:t>
            </a:r>
            <a:r>
              <a:rPr lang="nl-NL" dirty="0"/>
              <a:t> </a:t>
            </a:r>
            <a:r>
              <a:rPr lang="nl-NL" dirty="0" err="1"/>
              <a:t>year</a:t>
            </a:r>
            <a:r>
              <a:rPr lang="nl-NL" dirty="0"/>
              <a:t> the </a:t>
            </a:r>
            <a:r>
              <a:rPr lang="nl-NL" dirty="0" err="1"/>
              <a:t>median</a:t>
            </a:r>
            <a:r>
              <a:rPr lang="nl-NL" dirty="0"/>
              <a:t> </a:t>
            </a:r>
            <a:r>
              <a:rPr lang="nl-NL" dirty="0" err="1"/>
              <a:t>threshold</a:t>
            </a:r>
            <a:r>
              <a:rPr lang="nl-NL" dirty="0"/>
              <a:t> </a:t>
            </a:r>
            <a:r>
              <a:rPr lang="nl-NL" dirty="0" err="1"/>
              <a:t>for</a:t>
            </a:r>
            <a:r>
              <a:rPr lang="nl-NL" dirty="0"/>
              <a:t> </a:t>
            </a:r>
            <a:r>
              <a:rPr lang="nl-NL" dirty="0" err="1"/>
              <a:t>Above</a:t>
            </a:r>
            <a:r>
              <a:rPr lang="nl-NL" dirty="0"/>
              <a:t> </a:t>
            </a:r>
            <a:r>
              <a:rPr lang="nl-NL" dirty="0" err="1"/>
              <a:t>vs</a:t>
            </a:r>
            <a:r>
              <a:rPr lang="nl-NL" dirty="0"/>
              <a:t> Below changes, </a:t>
            </a:r>
            <a:r>
              <a:rPr lang="nl-NL" dirty="0" err="1"/>
              <a:t>so</a:t>
            </a:r>
            <a:r>
              <a:rPr lang="nl-NL" dirty="0"/>
              <a:t>: </a:t>
            </a:r>
            <a:r>
              <a:rPr lang="nl-NL" dirty="0" err="1"/>
              <a:t>each</a:t>
            </a:r>
            <a:r>
              <a:rPr lang="nl-NL" dirty="0"/>
              <a:t> </a:t>
            </a:r>
            <a:r>
              <a:rPr lang="nl-NL" dirty="0" err="1"/>
              <a:t>year</a:t>
            </a:r>
            <a:r>
              <a:rPr lang="nl-NL" dirty="0"/>
              <a:t> the </a:t>
            </a:r>
            <a:r>
              <a:rPr lang="nl-NL" dirty="0" err="1"/>
              <a:t>Above</a:t>
            </a:r>
            <a:r>
              <a:rPr lang="nl-NL" dirty="0"/>
              <a:t> and Below </a:t>
            </a:r>
            <a:r>
              <a:rPr lang="nl-NL" dirty="0" err="1"/>
              <a:t>groups</a:t>
            </a:r>
            <a:r>
              <a:rPr lang="nl-NL" dirty="0"/>
              <a:t> of </a:t>
            </a:r>
            <a:r>
              <a:rPr lang="nl-NL" dirty="0" err="1"/>
              <a:t>countries</a:t>
            </a:r>
            <a:r>
              <a:rPr lang="nl-NL" dirty="0"/>
              <a:t> </a:t>
            </a:r>
            <a:r>
              <a:rPr lang="nl-NL" dirty="0" err="1"/>
              <a:t>differ</a:t>
            </a:r>
            <a:r>
              <a:rPr lang="nl-NL"/>
              <a:t>.</a:t>
            </a:r>
            <a:endParaRPr lang="nl-NL" dirty="0"/>
          </a:p>
        </p:txBody>
      </p:sp>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12</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13</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i="0" baseline="0" dirty="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Robustness check with CPA data (goods) intra + extra-EA trade for the 10 countries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2.2 261 Electronic components and boards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2.2 262 Computers and peripheral equipment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nl-NL" sz="1200" noProof="1">
                <a:latin typeface="Arial" panose="020B0604020202020204" pitchFamily="34" charset="0"/>
                <a:ea typeface="Verdana" panose="020B0604030504040204" pitchFamily="34" charset="0"/>
                <a:cs typeface="Arial" panose="020B0604020202020204" pitchFamily="34" charset="0"/>
              </a:rPr>
              <a:t>CPA 2.2 2899  </a:t>
            </a:r>
            <a:r>
              <a:rPr lang="en-NL" sz="1200" b="0" i="0" kern="1200" dirty="0">
                <a:solidFill>
                  <a:schemeClr val="tx1"/>
                </a:solidFill>
                <a:effectLst/>
                <a:latin typeface="+mn-lt"/>
                <a:ea typeface="+mn-ea"/>
                <a:cs typeface="+mn-cs"/>
              </a:rPr>
              <a:t>Other special-purpose machinery </a:t>
            </a:r>
            <a:r>
              <a:rPr lang="en-NL" sz="1200" b="0" i="0" kern="1200" dirty="0" err="1">
                <a:solidFill>
                  <a:schemeClr val="tx1"/>
                </a:solidFill>
                <a:effectLst/>
                <a:latin typeface="+mn-lt"/>
                <a:ea typeface="+mn-ea"/>
                <a:cs typeface="+mn-cs"/>
              </a:rPr>
              <a:t>n.e.c.</a:t>
            </a:r>
            <a:endParaRPr lang="en-NL"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Data for computer services (Eurostat: EBOPS, </a:t>
            </a:r>
            <a:r>
              <a:rPr lang="en-NL" sz="1200" b="0" i="0" kern="1200" dirty="0">
                <a:solidFill>
                  <a:schemeClr val="tx1"/>
                </a:solidFill>
                <a:effectLst/>
                <a:latin typeface="+mn-lt"/>
                <a:ea typeface="+mn-ea"/>
                <a:cs typeface="+mn-cs"/>
              </a:rPr>
              <a:t>International Trade in Services, ITS</a:t>
            </a:r>
            <a:r>
              <a:rPr lang="en-US" sz="1200" b="0" i="0" kern="1200" dirty="0">
                <a:solidFill>
                  <a:schemeClr val="tx1"/>
                </a:solidFill>
                <a:effectLst/>
                <a:latin typeface="+mn-lt"/>
                <a:ea typeface="+mn-ea"/>
                <a:cs typeface="+mn-cs"/>
              </a:rPr>
              <a:t> are just limitedly available (for some countries just starting in 2013, while 2025 data is not yet available for any country)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=&gt; to fetch these data =&gt;collect_ai_data_eur_serv.py // spreadsheet with data including services = ai_data_eur_serv.xls</a:t>
            </a:r>
            <a:endParaRPr lang="nl-NL" i="0" baseline="0" dirty="0"/>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4.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0.emf"/></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hyperlink" Target="https://cat.eto.tech/?dataset=Investment&amp;expanded=Summary-metrics%2CChanges-over-time" TargetMode="External"/><Relationship Id="rId7" Type="http://schemas.openxmlformats.org/officeDocument/2006/relationships/image" Target="../media/image13.jpe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slide" Target="slide4.xml"/><Relationship Id="rId5" Type="http://schemas.openxmlformats.org/officeDocument/2006/relationships/hyperlink" Target="https://ec.europa.eu/eurostat/databrowser/view/nama_10_a64_p5__custom_22387728/default/table" TargetMode="Externa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hyperlink" Target="https://ec.europa.eu/eurostat/comext/newxtweb/setupdimselection.do"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15.jpeg"/><Relationship Id="rId5" Type="http://schemas.openxmlformats.org/officeDocument/2006/relationships/image" Target="../media/image14.jpeg"/><Relationship Id="rId4" Type="http://schemas.openxmlformats.org/officeDocument/2006/relationships/slide" Target="slide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1015663"/>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controlled</a:t>
            </a:r>
            <a:r>
              <a:rPr lang="nl-NL" sz="1200" dirty="0">
                <a:solidFill>
                  <a:srgbClr val="002060"/>
                </a:solidFill>
              </a:rPr>
              <a:t> </a:t>
            </a:r>
            <a:r>
              <a:rPr lang="nl-NL" sz="1200" dirty="0" err="1">
                <a:solidFill>
                  <a:srgbClr val="002060"/>
                </a:solidFill>
              </a:rPr>
              <a:t>for</a:t>
            </a:r>
            <a:r>
              <a:rPr lang="nl-NL" sz="1200" dirty="0">
                <a:solidFill>
                  <a:srgbClr val="002060"/>
                </a:solidFill>
              </a:rPr>
              <a:t> </a:t>
            </a:r>
            <a:r>
              <a:rPr lang="nl-NL" sz="1200" dirty="0" err="1">
                <a:solidFill>
                  <a:srgbClr val="002060"/>
                </a:solidFill>
              </a:rPr>
              <a:t>by</a:t>
            </a:r>
            <a:r>
              <a:rPr lang="nl-NL" sz="1200" dirty="0">
                <a:solidFill>
                  <a:srgbClr val="002060"/>
                </a:solidFill>
              </a:rPr>
              <a:t> </a:t>
            </a:r>
            <a:r>
              <a:rPr lang="nl-NL" sz="1200" dirty="0" err="1">
                <a:solidFill>
                  <a:srgbClr val="002060"/>
                </a:solidFill>
              </a:rPr>
              <a:t>broad</a:t>
            </a:r>
            <a:r>
              <a:rPr lang="nl-NL" sz="1200" dirty="0">
                <a:solidFill>
                  <a:srgbClr val="002060"/>
                </a:solidFill>
              </a:rPr>
              <a:t> traditional stock index (STOXX Europe 600). Global </a:t>
            </a:r>
            <a:r>
              <a:rPr lang="nl-NL" sz="1200" dirty="0" err="1">
                <a:solidFill>
                  <a:srgbClr val="002060"/>
                </a:solidFill>
              </a:rPr>
              <a:t>uncertainty</a:t>
            </a:r>
            <a:r>
              <a:rPr lang="nl-NL" sz="1200" dirty="0">
                <a:solidFill>
                  <a:srgbClr val="002060"/>
                </a:solidFill>
              </a:rPr>
              <a:t> </a:t>
            </a:r>
            <a:r>
              <a:rPr lang="nl-NL" sz="1200">
                <a:solidFill>
                  <a:srgbClr val="002060"/>
                </a:solidFill>
              </a:rPr>
              <a:t>is first </a:t>
            </a:r>
            <a:r>
              <a:rPr lang="nl-NL" sz="1200" dirty="0" err="1">
                <a:solidFill>
                  <a:srgbClr val="002060"/>
                </a:solidFill>
              </a:rPr>
              <a:t>principal</a:t>
            </a:r>
            <a:r>
              <a:rPr lang="nl-NL" sz="1200" dirty="0">
                <a:solidFill>
                  <a:srgbClr val="002060"/>
                </a:solidFill>
              </a:rPr>
              <a:t> component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probit regressions</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287906" y="775703"/>
            <a:ext cx="8746366"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Investment channel</a:t>
            </a:r>
            <a:endParaRPr lang="nl-NL" sz="2000" noProof="1">
              <a:latin typeface="Verdana" panose="020B0604030504040204" pitchFamily="34" charset="0"/>
              <a:ea typeface="Verdana" panose="020B0604030504040204" pitchFamily="34" charset="0"/>
            </a:endParaRP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rPr>
              <a:t>digital </a:t>
            </a:r>
            <a:r>
              <a:rPr lang="nl-NL" sz="2000" noProof="1">
                <a:latin typeface="Verdana" panose="020B0604030504040204" pitchFamily="34" charset="0"/>
                <a:ea typeface="Verdana" panose="020B0604030504040204" pitchFamily="34" charset="0"/>
                <a:hlinkClick r:id="rId3" action="ppaction://hlinksldjump"/>
              </a:rPr>
              <a:t>investm</a:t>
            </a:r>
            <a:r>
              <a:rPr lang="nl-NL" sz="2000" noProof="1">
                <a:latin typeface="Verdana" panose="020B0604030504040204" pitchFamily="34" charset="0"/>
                <a:ea typeface="Verdana" panose="020B0604030504040204" pitchFamily="34" charset="0"/>
              </a:rPr>
              <a:t> by corporations, equity investm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en-US" sz="2000" noProof="1">
                <a:latin typeface="Verdana" panose="020B0604030504040204" pitchFamily="34" charset="0"/>
                <a:ea typeface="Verdana" panose="020B0604030504040204" pitchFamily="34" charset="0"/>
              </a:rPr>
              <a:t>T</a:t>
            </a:r>
            <a:r>
              <a:rPr lang="nl-NL" sz="2000" noProof="1">
                <a:latin typeface="Verdana" panose="020B0604030504040204" pitchFamily="34" charset="0"/>
                <a:ea typeface="Verdana" panose="020B0604030504040204" pitchFamily="34" charset="0"/>
              </a:rPr>
              <a:t>rade and stock market channels</a:t>
            </a: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hlinkClick r:id="rId4" action="ppaction://hlinksldjump"/>
              </a:rPr>
              <a:t>exports</a:t>
            </a:r>
            <a:r>
              <a:rPr lang="nl-NL" sz="2000" noProof="1">
                <a:latin typeface="Verdana" panose="020B0604030504040204" pitchFamily="34" charset="0"/>
                <a:ea typeface="Verdana" panose="020B0604030504040204" pitchFamily="34" charset="0"/>
              </a:rPr>
              <a:t> ICT/AI-related products, correlation with SOX index</a:t>
            </a:r>
            <a:endParaRPr lang="en-US" sz="2000" noProof="1">
              <a:latin typeface="Verdana" panose="020B0604030504040204" pitchFamily="34" charset="0"/>
              <a:ea typeface="Verdana" panose="020B0604030504040204" pitchFamily="34" charset="0"/>
            </a:endParaRP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Channels could capture structural and/or cyclical relations (underlying economic changes, or exposure to another cycle/factor)</a:t>
            </a: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830997"/>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0" y="1098631"/>
            <a:ext cx="3253879"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not significant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Low </a:t>
            </a:r>
            <a:r>
              <a:rPr lang="nl-NL" sz="1800" dirty="0" err="1"/>
              <a:t>equity</a:t>
            </a:r>
            <a:r>
              <a:rPr lang="nl-NL" sz="1800" dirty="0"/>
              <a:t> AI </a:t>
            </a:r>
            <a:r>
              <a:rPr lang="nl-NL" sz="1800" dirty="0" err="1"/>
              <a:t>invest</a:t>
            </a:r>
            <a:r>
              <a:rPr lang="nl-NL" sz="1800" dirty="0"/>
              <a:t> </a:t>
            </a:r>
            <a:r>
              <a:rPr lang="en-US" sz="1800" dirty="0"/>
              <a:t>seems to be a relative advantage in shock years (less sensitivity to shocks)</a:t>
            </a:r>
            <a:endParaRPr lang="nl-NL" sz="1800" dirty="0"/>
          </a:p>
        </p:txBody>
      </p:sp>
      <p:sp>
        <p:nvSpPr>
          <p:cNvPr id="5" name="Tekstvak 3">
            <a:extLst>
              <a:ext uri="{FF2B5EF4-FFF2-40B4-BE49-F238E27FC236}">
                <a16:creationId xmlns:a16="http://schemas.microsoft.com/office/drawing/2014/main" id="{0EEE5C01-F407-B286-8291-7A84B3BBB14E}"/>
              </a:ext>
            </a:extLst>
          </p:cNvPr>
          <p:cNvSpPr txBox="1"/>
          <p:nvPr/>
        </p:nvSpPr>
        <p:spPr>
          <a:xfrm>
            <a:off x="4701404" y="636934"/>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sp>
        <p:nvSpPr>
          <p:cNvPr id="13" name="Tekstvak 3">
            <a:extLst>
              <a:ext uri="{FF2B5EF4-FFF2-40B4-BE49-F238E27FC236}">
                <a16:creationId xmlns:a16="http://schemas.microsoft.com/office/drawing/2014/main" id="{C8DC46B8-5E08-30F3-1EE3-CB90635026CE}"/>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pic>
        <p:nvPicPr>
          <p:cNvPr id="3" name="Picture 2">
            <a:extLst>
              <a:ext uri="{FF2B5EF4-FFF2-40B4-BE49-F238E27FC236}">
                <a16:creationId xmlns:a16="http://schemas.microsoft.com/office/drawing/2014/main" id="{B68D3A0C-D014-485F-5A02-9F50BA67BD89}"/>
              </a:ext>
            </a:extLst>
          </p:cNvPr>
          <p:cNvPicPr>
            <a:picLocks noChangeAspect="1"/>
          </p:cNvPicPr>
          <p:nvPr/>
        </p:nvPicPr>
        <p:blipFill>
          <a:blip r:embed="rId3"/>
          <a:stretch>
            <a:fillRect/>
          </a:stretch>
        </p:blipFill>
        <p:spPr>
          <a:xfrm>
            <a:off x="4686994" y="1232345"/>
            <a:ext cx="3962400" cy="2169223"/>
          </a:xfrm>
          <a:prstGeom prst="rect">
            <a:avLst/>
          </a:prstGeom>
        </p:spPr>
      </p:pic>
      <p:pic>
        <p:nvPicPr>
          <p:cNvPr id="4" name="Picture 3">
            <a:extLst>
              <a:ext uri="{FF2B5EF4-FFF2-40B4-BE49-F238E27FC236}">
                <a16:creationId xmlns:a16="http://schemas.microsoft.com/office/drawing/2014/main" id="{AFFB3634-5B82-136E-F947-D33F3E34AD6C}"/>
              </a:ext>
            </a:extLst>
          </p:cNvPr>
          <p:cNvPicPr>
            <a:picLocks noChangeAspect="1"/>
          </p:cNvPicPr>
          <p:nvPr/>
        </p:nvPicPr>
        <p:blipFill>
          <a:blip r:embed="rId4"/>
          <a:stretch>
            <a:fillRect/>
          </a:stretch>
        </p:blipFill>
        <p:spPr>
          <a:xfrm>
            <a:off x="4686994" y="3401568"/>
            <a:ext cx="3962400" cy="2179859"/>
          </a:xfrm>
          <a:prstGeom prst="rect">
            <a:avLst/>
          </a:prstGeom>
        </p:spPr>
      </p:pic>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73972" y="646078"/>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3" name="Picture 2">
            <a:extLst>
              <a:ext uri="{FF2B5EF4-FFF2-40B4-BE49-F238E27FC236}">
                <a16:creationId xmlns:a16="http://schemas.microsoft.com/office/drawing/2014/main" id="{E4247869-22B3-74B1-C2DC-BC2BF3DF0889}"/>
              </a:ext>
            </a:extLst>
          </p:cNvPr>
          <p:cNvPicPr>
            <a:picLocks noChangeAspect="1"/>
          </p:cNvPicPr>
          <p:nvPr/>
        </p:nvPicPr>
        <p:blipFill>
          <a:blip r:embed="rId3"/>
          <a:stretch>
            <a:fillRect/>
          </a:stretch>
        </p:blipFill>
        <p:spPr>
          <a:xfrm>
            <a:off x="4696969" y="1319147"/>
            <a:ext cx="3962400" cy="2161571"/>
          </a:xfrm>
          <a:prstGeom prst="rect">
            <a:avLst/>
          </a:prstGeom>
        </p:spPr>
      </p:pic>
      <p:pic>
        <p:nvPicPr>
          <p:cNvPr id="4" name="Picture 3">
            <a:extLst>
              <a:ext uri="{FF2B5EF4-FFF2-40B4-BE49-F238E27FC236}">
                <a16:creationId xmlns:a16="http://schemas.microsoft.com/office/drawing/2014/main" id="{0231C4B6-AE28-A975-F5EB-43D3FA1E2ADA}"/>
              </a:ext>
            </a:extLst>
          </p:cNvPr>
          <p:cNvPicPr>
            <a:picLocks noChangeAspect="1"/>
          </p:cNvPicPr>
          <p:nvPr/>
        </p:nvPicPr>
        <p:blipFill>
          <a:blip r:embed="rId4"/>
          <a:stretch>
            <a:fillRect/>
          </a:stretch>
        </p:blipFill>
        <p:spPr>
          <a:xfrm>
            <a:off x="4696969" y="3429000"/>
            <a:ext cx="3962400" cy="2128141"/>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Probit models</a:t>
            </a:r>
          </a:p>
        </p:txBody>
      </p:sp>
      <mc:AlternateContent xmlns:mc="http://schemas.openxmlformats.org/markup-compatibility/2006">
        <mc:Choice xmlns:a14="http://schemas.microsoft.com/office/drawing/2010/main"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420624" y="770798"/>
                <a:ext cx="8505051" cy="6087202"/>
              </a:xfrm>
            </p:spPr>
            <p:txBody>
              <a:bodyPr>
                <a:normAutofit/>
              </a:bodyPr>
              <a:lstStyle/>
              <a:p>
                <a:pPr>
                  <a:lnSpc>
                    <a:spcPct val="120000"/>
                  </a:lnSpc>
                  <a:spcAft>
                    <a:spcPts val="300"/>
                  </a:spcAft>
                </a:pPr>
                <a:r>
                  <a:rPr lang="en-US" sz="2000" noProof="1">
                    <a:latin typeface="Verdana" panose="020B0604030504040204" pitchFamily="34" charset="0"/>
                    <a:ea typeface="Verdana" panose="020B0604030504040204" pitchFamily="34" charset="0"/>
                  </a:rPr>
                  <a:t>1. Average effect (</a:t>
                </a:r>
                <a14:m>
                  <m:oMath xmlns:m="http://schemas.openxmlformats.org/officeDocument/2006/math">
                    <m:r>
                      <a:rPr lang="en-US" sz="2000" i="1" noProof="1">
                        <a:latin typeface="Cambria Math" panose="02040503050406030204" pitchFamily="18" charset="0"/>
                        <a:ea typeface="Cambria Math" panose="02040503050406030204" pitchFamily="18" charset="0"/>
                      </a:rPr>
                      <m:t>𝛽</m:t>
                    </m:r>
                  </m:oMath>
                </a14:m>
                <a:r>
                  <a:rPr lang="en-US"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solidFill>
                          <a:schemeClr val="tx1"/>
                        </a:solidFill>
                        <a:latin typeface="Cambria Math" panose="02040503050406030204" pitchFamily="18" charset="0"/>
                        <a:ea typeface="Verdana" panose="020B0604030504040204" pitchFamily="34" charset="0"/>
                      </a:rPr>
                      <m:t>𝑃</m:t>
                    </m:r>
                    <m:r>
                      <a:rPr lang="en-US" sz="2200" b="0" i="1" noProof="1" smtClean="0">
                        <a:solidFill>
                          <a:schemeClr val="tx1"/>
                        </a:solidFill>
                        <a:latin typeface="Cambria Math" panose="02040503050406030204" pitchFamily="18" charset="0"/>
                        <a:ea typeface="Verdana" panose="020B0604030504040204" pitchFamily="34" charset="0"/>
                      </a:rPr>
                      <m:t>(</m:t>
                    </m:r>
                    <m:sSub>
                      <m:sSubPr>
                        <m:ctrlPr>
                          <a:rPr lang="en-US" sz="2200" b="0" i="1" noProof="1" smtClean="0">
                            <a:solidFill>
                              <a:schemeClr val="tx1"/>
                            </a:solidFill>
                            <a:latin typeface="Cambria Math" panose="02040503050406030204" pitchFamily="18" charset="0"/>
                            <a:ea typeface="Verdana" panose="020B0604030504040204" pitchFamily="34" charset="0"/>
                          </a:rPr>
                        </m:ctrlPr>
                      </m:sSubPr>
                      <m:e>
                        <m:r>
                          <a:rPr lang="en-US" sz="2200" b="0" i="1" noProof="1" smtClean="0">
                            <a:solidFill>
                              <a:schemeClr val="tx1"/>
                            </a:solidFill>
                            <a:latin typeface="Cambria Math" panose="02040503050406030204" pitchFamily="18" charset="0"/>
                            <a:ea typeface="Verdana" panose="020B0604030504040204" pitchFamily="34" charset="0"/>
                          </a:rPr>
                          <m:t>𝑌</m:t>
                        </m:r>
                      </m:e>
                      <m:sub>
                        <m:r>
                          <a:rPr lang="en-US" sz="2200" b="0" i="1" noProof="1" smtClean="0">
                            <a:solidFill>
                              <a:schemeClr val="tx1"/>
                            </a:solidFill>
                            <a:latin typeface="Cambria Math" panose="02040503050406030204" pitchFamily="18" charset="0"/>
                            <a:ea typeface="Verdana" panose="020B0604030504040204" pitchFamily="34" charset="0"/>
                          </a:rPr>
                          <m:t>𝑖</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b="0" i="1" noProof="1" smtClean="0">
                            <a:solidFill>
                              <a:schemeClr val="tx1"/>
                            </a:solidFill>
                            <a:latin typeface="Cambria Math" panose="02040503050406030204" pitchFamily="18" charset="0"/>
                            <a:ea typeface="Verdana" panose="020B0604030504040204" pitchFamily="34" charset="0"/>
                          </a:rPr>
                          <m:t>𝑡</m:t>
                        </m:r>
                      </m:sub>
                    </m:sSub>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Verdana" panose="020B0604030504040204" pitchFamily="34" charset="0"/>
                      </a:rPr>
                      <m:t>=</m:t>
                    </m:r>
                    <m:r>
                      <a:rPr lang="el-GR" sz="2200" i="1" noProof="1" smtClean="0">
                        <a:solidFill>
                          <a:schemeClr val="tx1"/>
                        </a:solidFill>
                        <a:latin typeface="Cambria Math" panose="02040503050406030204" pitchFamily="18" charset="0"/>
                        <a:ea typeface="Cambria Math" panose="02040503050406030204" pitchFamily="18" charset="0"/>
                      </a:rPr>
                      <m:t>𝜃</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Cambria Math" panose="02040503050406030204" pitchFamily="18" charset="0"/>
                      </a:rPr>
                      <m:t>𝛼</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𝜇</m:t>
                        </m:r>
                      </m:e>
                      <m:sub>
                        <m:r>
                          <a:rPr lang="en-US" sz="2200" b="0" i="1" noProof="1" smtClean="0">
                            <a:latin typeface="Cambria Math" panose="02040503050406030204" pitchFamily="18" charset="0"/>
                            <a:ea typeface="Verdana" panose="020B0604030504040204" pitchFamily="34" charset="0"/>
                          </a:rPr>
                          <m:t>𝑖</m:t>
                        </m:r>
                      </m:sub>
                    </m:sSub>
                    <m:r>
                      <a:rPr lang="en-US" sz="2200" b="0" i="1" noProof="1" smtClean="0">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Cambria Math" panose="02040503050406030204" pitchFamily="18" charset="0"/>
                      </a:rPr>
                      <m:t>𝛽</m:t>
                    </m:r>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smtClean="0">
                        <a:latin typeface="Cambria Math" panose="02040503050406030204" pitchFamily="18" charset="0"/>
                        <a:ea typeface="Verdana" panose="020B0604030504040204" pitchFamily="34" charset="0"/>
                      </a:rPr>
                      <m:t>+</m:t>
                    </m:r>
                    <m:r>
                      <a:rPr lang="en-US" sz="2200" i="1" noProof="1" smtClean="0">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1800" noProof="1">
                  <a:latin typeface="Verdana" panose="020B0604030504040204" pitchFamily="34" charset="0"/>
                  <a:ea typeface="Verdana" panose="020B0604030504040204" pitchFamily="34" charset="0"/>
                </a:endParaRPr>
              </a:p>
              <a:p>
                <a:pPr>
                  <a:lnSpc>
                    <a:spcPct val="120000"/>
                  </a:lnSpc>
                  <a:spcAft>
                    <a:spcPts val="300"/>
                  </a:spcAft>
                </a:pPr>
                <a:r>
                  <a:rPr lang="en-US" sz="1800" noProof="1">
                    <a:latin typeface="Verdana" panose="020B0604030504040204" pitchFamily="34" charset="0"/>
                    <a:ea typeface="Verdana" panose="020B0604030504040204" pitchFamily="34" charset="0"/>
                  </a:rPr>
                  <a:t>2. </a:t>
                </a:r>
                <a:r>
                  <a:rPr lang="en-US" sz="2000" noProof="1">
                    <a:latin typeface="Verdana" panose="020B0604030504040204" pitchFamily="34" charset="0"/>
                    <a:ea typeface="Verdana" panose="020B0604030504040204" pitchFamily="34" charset="0"/>
                  </a:rPr>
                  <a:t>Additional effect (</a:t>
                </a:r>
                <a14:m>
                  <m:oMath xmlns:m="http://schemas.openxmlformats.org/officeDocument/2006/math">
                    <m:r>
                      <a:rPr lang="en-US" sz="2000" i="1" noProof="1" smtClean="0">
                        <a:latin typeface="Cambria Math" panose="02040503050406030204" pitchFamily="18" charset="0"/>
                        <a:ea typeface="Cambria Math" panose="02040503050406030204" pitchFamily="18" charset="0"/>
                      </a:rPr>
                      <m:t>𝛾</m:t>
                    </m:r>
                  </m:oMath>
                </a14:m>
                <a:r>
                  <a:rPr lang="en-US"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latin typeface="Cambria Math" panose="02040503050406030204" pitchFamily="18" charset="0"/>
                        <a:ea typeface="Verdana" panose="020B0604030504040204" pitchFamily="34" charset="0"/>
                      </a:rPr>
                      <m:t>𝑃</m:t>
                    </m:r>
                    <m:r>
                      <a:rPr lang="en-US" sz="2200" b="0" i="0" noProof="1" smtClean="0">
                        <a:latin typeface="Cambria Math" panose="02040503050406030204" pitchFamily="18" charset="0"/>
                        <a:ea typeface="Verdana" panose="020B0604030504040204" pitchFamily="34" charset="0"/>
                      </a:rPr>
                      <m:t>(</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𝛼</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a:latin typeface="Cambria Math" panose="02040503050406030204" pitchFamily="18" charset="0"/>
                        <a:ea typeface="Verdana" panose="020B0604030504040204" pitchFamily="34" charset="0"/>
                      </a:rPr>
                      <m:t>+</m:t>
                    </m:r>
                  </m:oMath>
                </a14:m>
                <a:r>
                  <a:rPr lang="en-US" sz="2000" noProof="1">
                    <a:ea typeface="Cambria Math" panose="02040503050406030204" pitchFamily="18" charset="0"/>
                  </a:rPr>
                  <a:t> </a:t>
                </a:r>
                <a14:m>
                  <m:oMath xmlns:m="http://schemas.openxmlformats.org/officeDocument/2006/math">
                    <m:r>
                      <a:rPr lang="en-US" sz="2000" i="1" noProof="1">
                        <a:latin typeface="Cambria Math" panose="02040503050406030204" pitchFamily="18" charset="0"/>
                        <a:ea typeface="Cambria Math" panose="02040503050406030204" pitchFamily="18" charset="0"/>
                      </a:rPr>
                      <m:t>𝛾</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𝑋</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𝐷</m:t>
                        </m:r>
                      </m:e>
                      <m:sub>
                        <m:r>
                          <a:rPr lang="en-US" sz="2000" i="1" noProof="1">
                            <a:latin typeface="Cambria Math" panose="02040503050406030204" pitchFamily="18" charset="0"/>
                            <a:ea typeface="Verdana" panose="020B0604030504040204" pitchFamily="34" charset="0"/>
                          </a:rPr>
                          <m:t>𝑡</m:t>
                        </m:r>
                      </m:sub>
                    </m:sSub>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Cambria Math" panose="02040503050406030204" pitchFamily="18" charset="0"/>
                      </a:rPr>
                      <m:t>𝜑</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𝑍</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r>
                      <a:rPr lang="en-US" sz="2000" i="1" noProof="1">
                        <a:latin typeface="Cambria Math" panose="02040503050406030204" pitchFamily="18" charset="0"/>
                        <a:ea typeface="Verdana" panose="020B0604030504040204" pitchFamily="34" charset="0"/>
                      </a:rPr>
                      <m:t>)</m:t>
                    </m:r>
                  </m:oMath>
                </a14:m>
                <a:endParaRPr lang="en-US" sz="2000" noProof="1">
                  <a:ea typeface="Verdana" panose="020B0604030504040204" pitchFamily="34" charset="0"/>
                </a:endParaRPr>
              </a:p>
              <a:p>
                <a:pPr>
                  <a:lnSpc>
                    <a:spcPct val="120000"/>
                  </a:lnSpc>
                  <a:spcAft>
                    <a:spcPts val="300"/>
                  </a:spcAft>
                </a:pPr>
                <a:endParaRPr lang="en-US" sz="2000" noProof="1">
                  <a:latin typeface="Verdana" panose="020B0604030504040204" pitchFamily="34" charset="0"/>
                  <a:ea typeface="Verdana" panose="020B0604030504040204" pitchFamily="34" charset="0"/>
                </a:endParaRPr>
              </a:p>
              <a:p>
                <a:pPr>
                  <a:lnSpc>
                    <a:spcPct val="120000"/>
                  </a:lnSpc>
                  <a:spcAft>
                    <a:spcPts val="300"/>
                  </a:spcAft>
                </a:pPr>
                <a:r>
                  <a:rPr lang="en-US" sz="2000" noProof="1">
                    <a:latin typeface="Verdana" panose="020B0604030504040204" pitchFamily="34" charset="0"/>
                    <a:ea typeface="Verdana" panose="020B0604030504040204" pitchFamily="34" charset="0"/>
                  </a:rPr>
                  <a:t>3. Additional effect (</a:t>
                </a:r>
                <a14:m>
                  <m:oMath xmlns:m="http://schemas.openxmlformats.org/officeDocument/2006/math">
                    <m:r>
                      <a:rPr lang="en-US" sz="2000" noProof="1">
                        <a:latin typeface="Cambria Math" panose="02040503050406030204" pitchFamily="18" charset="0"/>
                        <a:ea typeface="Verdana" panose="020B0604030504040204" pitchFamily="34" charset="0"/>
                      </a:rPr>
                      <m:t>𝛾</m:t>
                    </m:r>
                  </m:oMath>
                </a14:m>
                <a:r>
                  <a:rPr lang="en-US" sz="2000" noProof="1">
                    <a:latin typeface="Verdana" panose="020B0604030504040204" pitchFamily="34" charset="0"/>
                    <a:ea typeface="Verdana" panose="020B0604030504040204" pitchFamily="34" charset="0"/>
                  </a:rPr>
                  <a:t>) of high ICT/AI in shock years</a:t>
                </a:r>
              </a:p>
              <a:p>
                <a:pPr>
                  <a:lnSpc>
                    <a:spcPct val="120000"/>
                  </a:lnSpc>
                  <a:spcAft>
                    <a:spcPts val="300"/>
                  </a:spcAft>
                </a:pPr>
                <a:r>
                  <a:rPr lang="en-US" sz="2000" noProof="1">
                    <a:latin typeface="Verdana" panose="020B0604030504040204" pitchFamily="34" charset="0"/>
                    <a:ea typeface="Verdana" panose="020B0604030504040204" pitchFamily="34" charset="0"/>
                  </a:rPr>
                  <a:t>	</a:t>
                </a:r>
                <a:r>
                  <a:rPr lang="en-US" sz="2200" noProof="1">
                    <a:latin typeface="Verdana" panose="020B0604030504040204" pitchFamily="34" charset="0"/>
                    <a:ea typeface="Verdana" panose="020B0604030504040204" pitchFamily="34" charset="0"/>
                  </a:rPr>
                  <a:t> </a:t>
                </a:r>
                <a14:m>
                  <m:oMath xmlns:m="http://schemas.openxmlformats.org/officeDocument/2006/math">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𝑃</m:t>
                        </m:r>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Cambria Math" panose="02040503050406030204" pitchFamily="18" charset="0"/>
                      </a:rPr>
                      <m:t>(</m:t>
                    </m:r>
                    <m:r>
                      <a:rPr lang="en-US" sz="2200" i="1" noProof="1">
                        <a:latin typeface="Cambria Math" panose="02040503050406030204" pitchFamily="18" charset="0"/>
                        <a:ea typeface="Cambria Math" panose="02040503050406030204" pitchFamily="18" charset="0"/>
                      </a:rPr>
                      <m:t>𝛼</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sSubSup>
                          <m:sSubSupPr>
                            <m:ctrlPr>
                              <a:rPr lang="en-US" sz="2200" b="0" i="1" noProof="1" smtClean="0">
                                <a:latin typeface="Cambria Math" panose="02040503050406030204" pitchFamily="18" charset="0"/>
                                <a:ea typeface="Verdana" panose="020B0604030504040204" pitchFamily="34" charset="0"/>
                              </a:rPr>
                            </m:ctrlPr>
                          </m:sSubSupPr>
                          <m:e>
                            <m:r>
                              <a:rPr lang="en-US" sz="2200" b="0" i="1" noProof="1" smtClean="0">
                                <a:latin typeface="Cambria Math" panose="02040503050406030204" pitchFamily="18" charset="0"/>
                                <a:ea typeface="Verdana" panose="020B0604030504040204" pitchFamily="34" charset="0"/>
                              </a:rPr>
                              <m:t>𝑋</m:t>
                            </m:r>
                          </m:e>
                          <m:sub>
                            <m:r>
                              <a:rPr lang="en-US" sz="2200" b="0" i="1" noProof="1" smtClean="0">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b="0" i="1" noProof="1" smtClean="0">
                                <a:latin typeface="Cambria Math" panose="02040503050406030204" pitchFamily="18" charset="0"/>
                                <a:ea typeface="Verdana" panose="020B0604030504040204" pitchFamily="34" charset="0"/>
                              </a:rPr>
                              <m:t>ℎ𝑖𝑔ℎ</m:t>
                            </m:r>
                          </m:sup>
                        </m:sSubSup>
                      </m:e>
                      <m:sub>
                        <m:r>
                          <a:rPr lang="en-US" sz="220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𝛾</m:t>
                    </m:r>
                    <m:r>
                      <a:rPr lang="en-US" sz="2200" i="1" noProof="1">
                        <a:latin typeface="Cambria Math" panose="02040503050406030204" pitchFamily="18" charset="0"/>
                        <a:ea typeface="Cambria Math" panose="02040503050406030204" pitchFamily="18" charset="0"/>
                      </a:rPr>
                      <m:t> </m:t>
                    </m:r>
                    <m:sSubSup>
                      <m:sSubSupPr>
                        <m:ctrlPr>
                          <a:rPr lang="en-US" sz="2200" i="1" noProof="1">
                            <a:latin typeface="Cambria Math" panose="02040503050406030204" pitchFamily="18" charset="0"/>
                            <a:ea typeface="Verdana" panose="020B0604030504040204" pitchFamily="34" charset="0"/>
                          </a:rPr>
                        </m:ctrlPr>
                      </m:sSubSupPr>
                      <m:e>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i="1" noProof="1">
                            <a:latin typeface="Cambria Math" panose="02040503050406030204" pitchFamily="18" charset="0"/>
                            <a:ea typeface="Verdana" panose="020B0604030504040204" pitchFamily="34" charset="0"/>
                          </a:rPr>
                          <m:t>ℎ𝑖𝑔ℎ</m:t>
                        </m:r>
                      </m:sup>
                    </m:sSubSup>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𝐷</m:t>
                        </m:r>
                      </m:e>
                      <m:sub>
                        <m:r>
                          <a:rPr lang="en-US" sz="2200" i="1" noProof="1">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US" sz="1900" i="1" noProof="1">
                            <a:solidFill>
                              <a:schemeClr val="tx1"/>
                            </a:solidFill>
                            <a:latin typeface="Cambria Math" panose="02040503050406030204" pitchFamily="18" charset="0"/>
                            <a:ea typeface="Verdana" panose="020B0604030504040204" pitchFamily="34" charset="0"/>
                          </a:rPr>
                        </m:ctrlPr>
                      </m:sSubPr>
                      <m:e>
                        <m:r>
                          <a:rPr lang="en-US" sz="1900" i="1" noProof="1">
                            <a:solidFill>
                              <a:schemeClr val="tx1"/>
                            </a:solidFill>
                            <a:latin typeface="Cambria Math" panose="02040503050406030204" pitchFamily="18" charset="0"/>
                            <a:ea typeface="Verdana" panose="020B0604030504040204" pitchFamily="34" charset="0"/>
                          </a:rPr>
                          <m:t>𝑌</m:t>
                        </m:r>
                      </m:e>
                      <m:sub>
                        <m:r>
                          <a:rPr lang="en-US" sz="1900" i="1" noProof="1">
                            <a:solidFill>
                              <a:schemeClr val="tx1"/>
                            </a:solidFill>
                            <a:latin typeface="Cambria Math" panose="02040503050406030204" pitchFamily="18" charset="0"/>
                            <a:ea typeface="Verdana" panose="020B0604030504040204" pitchFamily="34" charset="0"/>
                          </a:rPr>
                          <m:t>𝑖</m:t>
                        </m:r>
                        <m:r>
                          <a:rPr lang="en-US" sz="1900" i="1" noProof="1">
                            <a:solidFill>
                              <a:schemeClr val="tx1"/>
                            </a:solidFill>
                            <a:latin typeface="Cambria Math" panose="02040503050406030204" pitchFamily="18" charset="0"/>
                            <a:ea typeface="Verdana" panose="020B0604030504040204" pitchFamily="34" charset="0"/>
                          </a:rPr>
                          <m:t>,</m:t>
                        </m:r>
                        <m:r>
                          <a:rPr lang="en-US" sz="1900" i="1" noProof="1">
                            <a:solidFill>
                              <a:schemeClr val="tx1"/>
                            </a:solidFill>
                            <a:latin typeface="Cambria Math" panose="02040503050406030204" pitchFamily="18" charset="0"/>
                            <a:ea typeface="Verdana" panose="020B0604030504040204" pitchFamily="34" charset="0"/>
                          </a:rPr>
                          <m:t>𝑡</m:t>
                        </m:r>
                      </m:sub>
                    </m:sSub>
                    <m:r>
                      <a:rPr lang="en-US" sz="1900" b="0" i="1" noProof="1" smtClean="0">
                        <a:solidFill>
                          <a:schemeClr val="tx1"/>
                        </a:solidFill>
                        <a:latin typeface="Cambria Math" panose="02040503050406030204" pitchFamily="18" charset="0"/>
                        <a:ea typeface="Verdana" panose="020B0604030504040204" pitchFamily="34" charset="0"/>
                      </a:rPr>
                      <m:t>=1 </m:t>
                    </m:r>
                    <m:r>
                      <a:rPr lang="en-US" sz="1900" b="0" i="0" noProof="1" smtClean="0">
                        <a:solidFill>
                          <a:schemeClr val="tx1"/>
                        </a:solidFill>
                        <a:latin typeface="Cambria Math" panose="02040503050406030204" pitchFamily="18" charset="0"/>
                        <a:ea typeface="Verdana" panose="020B0604030504040204" pitchFamily="34" charset="0"/>
                      </a:rPr>
                      <m:t> </m:t>
                    </m:r>
                  </m:oMath>
                </a14:m>
                <a:r>
                  <a:rPr lang="nl-NL" sz="1800" dirty="0">
                    <a:solidFill>
                      <a:schemeClr val="tx1"/>
                    </a:solidFill>
                  </a:rPr>
                  <a:t>if </a:t>
                </a:r>
                <a:r>
                  <a:rPr lang="nl-NL" sz="1800" dirty="0" err="1">
                    <a:solidFill>
                      <a:schemeClr val="tx1"/>
                    </a:solidFill>
                  </a:rPr>
                  <a:t>growth</a:t>
                </a:r>
                <a:r>
                  <a:rPr lang="nl-NL" sz="1800" dirty="0">
                    <a:solidFill>
                      <a:schemeClr val="tx1"/>
                    </a:solidFill>
                  </a:rPr>
                  <a:t> surprise &gt; 0 (</a:t>
                </a:r>
                <a:r>
                  <a:rPr lang="nl-NL" sz="1800" dirty="0" err="1">
                    <a:solidFill>
                      <a:schemeClr val="tx1"/>
                    </a:solidFill>
                  </a:rPr>
                  <a:t>otherwise</a:t>
                </a:r>
                <a:r>
                  <a:rPr lang="nl-NL" sz="1800" dirty="0">
                    <a:solidFill>
                      <a:schemeClr val="tx1"/>
                    </a:solidFill>
                  </a:rPr>
                  <a:t> 0)</a:t>
                </a:r>
                <a:r>
                  <a:rPr lang="nl-NL" sz="1800" dirty="0"/>
                  <a:t>;</a:t>
                </a:r>
                <a:r>
                  <a:rPr lang="nl-NL" sz="1800" dirty="0">
                    <a:solidFill>
                      <a:schemeClr val="tx1"/>
                    </a:solidFill>
                  </a:rPr>
                  <a:t> </a:t>
                </a:r>
                <a14:m>
                  <m:oMath xmlns:m="http://schemas.openxmlformats.org/officeDocument/2006/math">
                    <m:r>
                      <a:rPr lang="en-US" sz="2000" b="0" i="0" noProof="1" smtClean="0">
                        <a:latin typeface="Cambria Math" panose="02040503050406030204" pitchFamily="18" charset="0"/>
                        <a:ea typeface="Cambria Math" panose="02040503050406030204" pitchFamily="18" charset="0"/>
                      </a:rPr>
                      <m:t> </m:t>
                    </m:r>
                    <m:r>
                      <a:rPr lang="el-GR" sz="2000" i="1" noProof="1">
                        <a:latin typeface="Cambria Math" panose="02040503050406030204" pitchFamily="18" charset="0"/>
                        <a:ea typeface="Cambria Math" panose="02040503050406030204" pitchFamily="18" charset="0"/>
                      </a:rPr>
                      <m:t>𝜃</m:t>
                    </m:r>
                  </m:oMath>
                </a14:m>
                <a:r>
                  <a:rPr lang="nl-NL" sz="1800" dirty="0"/>
                  <a:t> is standard </a:t>
                </a:r>
                <a:r>
                  <a:rPr lang="nl-NL" sz="1800" dirty="0" err="1"/>
                  <a:t>normal</a:t>
                </a:r>
                <a:r>
                  <a:rPr lang="nl-NL" sz="1800" dirty="0"/>
                  <a:t> CDF</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is ICT/AI-</a:t>
                </a:r>
                <a:r>
                  <a:rPr lang="nl-NL" sz="1800" dirty="0" err="1">
                    <a:solidFill>
                      <a:schemeClr val="tx1"/>
                    </a:solidFill>
                  </a:rPr>
                  <a:t>related</a:t>
                </a:r>
                <a:r>
                  <a:rPr lang="nl-NL" sz="1800" dirty="0">
                    <a:solidFill>
                      <a:schemeClr val="tx1"/>
                    </a:solidFill>
                  </a:rPr>
                  <a:t> </a:t>
                </a:r>
                <a:r>
                  <a:rPr lang="nl-NL" sz="1800" dirty="0" err="1">
                    <a:solidFill>
                      <a:schemeClr val="tx1"/>
                    </a:solidFill>
                  </a:rPr>
                  <a:t>variable</a:t>
                </a:r>
                <a:r>
                  <a:rPr lang="nl-NL" sz="1800" dirty="0">
                    <a:solidFill>
                      <a:schemeClr val="tx1"/>
                    </a:solidFill>
                  </a:rPr>
                  <a:t>. </a:t>
                </a:r>
                <a14:m>
                  <m:oMath xmlns:m="http://schemas.openxmlformats.org/officeDocument/2006/math">
                    <m:sSubSup>
                      <m:sSubSupPr>
                        <m:ctrlPr>
                          <a:rPr lang="en-US" sz="1900" i="1" noProof="1">
                            <a:latin typeface="Cambria Math" panose="02040503050406030204" pitchFamily="18" charset="0"/>
                            <a:ea typeface="Verdana" panose="020B0604030504040204" pitchFamily="34" charset="0"/>
                          </a:rPr>
                        </m:ctrlPr>
                      </m:sSubSup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up>
                        <m:r>
                          <a:rPr lang="en-US" sz="1900" i="1" noProof="1">
                            <a:latin typeface="Cambria Math" panose="02040503050406030204" pitchFamily="18" charset="0"/>
                            <a:ea typeface="Verdana" panose="020B0604030504040204" pitchFamily="34" charset="0"/>
                          </a:rPr>
                          <m:t>ℎ𝑖𝑔ℎ</m:t>
                        </m:r>
                      </m:sup>
                    </m:sSubSup>
                    <m:r>
                      <a:rPr lang="en-US" sz="1900" b="0" i="1" noProof="1" smtClean="0">
                        <a:latin typeface="Cambria Math" panose="02040503050406030204" pitchFamily="18" charset="0"/>
                        <a:ea typeface="Verdana" panose="020B0604030504040204" pitchFamily="34" charset="0"/>
                      </a:rPr>
                      <m:t>=</m:t>
                    </m:r>
                  </m:oMath>
                </a14:m>
                <a:r>
                  <a:rPr lang="en-US" sz="1900" noProof="1">
                    <a:ea typeface="Verdana" panose="020B0604030504040204" pitchFamily="34" charset="0"/>
                  </a:rPr>
                  <a:t>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t> if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&gt;</m:t>
                    </m:r>
                    <m:r>
                      <m:rPr>
                        <m:sty m:val="p"/>
                      </m:rPr>
                      <a:rPr lang="en-US" sz="1900" b="0" i="0" noProof="1" smtClean="0">
                        <a:latin typeface="Cambria Math" panose="02040503050406030204" pitchFamily="18" charset="0"/>
                        <a:ea typeface="Verdana" panose="020B0604030504040204" pitchFamily="34" charset="0"/>
                      </a:rPr>
                      <m:t>median</m:t>
                    </m:r>
                    <m:d>
                      <m:dPr>
                        <m:ctrlPr>
                          <a:rPr lang="en-US" sz="1900" b="0" i="1" noProof="1" smtClean="0">
                            <a:latin typeface="Cambria Math" panose="02040503050406030204" pitchFamily="18" charset="0"/>
                            <a:ea typeface="Verdana" panose="020B0604030504040204" pitchFamily="34" charset="0"/>
                          </a:rPr>
                        </m:ctrlPr>
                      </m:dPr>
                      <m:e>
                        <m:r>
                          <a:rPr lang="en-US" sz="1900" b="0" i="1" noProof="1" smtClean="0">
                            <a:latin typeface="Cambria Math" panose="02040503050406030204" pitchFamily="18" charset="0"/>
                            <a:ea typeface="Verdana" panose="020B0604030504040204" pitchFamily="34" charset="0"/>
                          </a:rPr>
                          <m:t>𝑋</m:t>
                        </m:r>
                      </m:e>
                    </m:d>
                    <m:r>
                      <a:rPr lang="en-US" sz="1900" b="0" i="1" noProof="1" smtClean="0">
                        <a:latin typeface="Cambria Math" panose="02040503050406030204" pitchFamily="18" charset="0"/>
                        <a:ea typeface="Verdana" panose="020B0604030504040204" pitchFamily="34" charset="0"/>
                      </a:rPr>
                      <m:t>, </m:t>
                    </m:r>
                    <m:r>
                      <m:rPr>
                        <m:sty m:val="p"/>
                      </m:rPr>
                      <a:rPr lang="en-US" sz="1900" b="0" i="0" noProof="1" smtClean="0">
                        <a:latin typeface="Cambria Math" panose="02040503050406030204" pitchFamily="18" charset="0"/>
                        <a:ea typeface="Verdana" panose="020B0604030504040204" pitchFamily="34" charset="0"/>
                      </a:rPr>
                      <m:t>otherwise</m:t>
                    </m:r>
                    <m:r>
                      <a:rPr lang="en-US" sz="1900" b="0" i="1" noProof="1" smtClean="0">
                        <a:latin typeface="Cambria Math" panose="02040503050406030204" pitchFamily="18" charset="0"/>
                        <a:ea typeface="Verdana" panose="020B0604030504040204" pitchFamily="34" charset="0"/>
                      </a:rPr>
                      <m:t> 0</m:t>
                    </m:r>
                  </m:oMath>
                </a14:m>
                <a:r>
                  <a:rPr lang="nl-NL" sz="2000" dirty="0"/>
                  <a:t> </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 </m:t>
                    </m:r>
                  </m:oMath>
                </a14:m>
                <a:r>
                  <a:rPr lang="nl-NL" sz="1800" dirty="0">
                    <a:solidFill>
                      <a:schemeClr val="tx1"/>
                    </a:solidFill>
                  </a:rPr>
                  <a:t>is dummy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=1 </m:t>
                    </m:r>
                  </m:oMath>
                </a14:m>
                <a:r>
                  <a:rPr lang="nl-NL" sz="1800" dirty="0"/>
                  <a:t>for shock </a:t>
                </a:r>
                <a:r>
                  <a:rPr lang="nl-NL" sz="1800" dirty="0" err="1"/>
                  <a:t>years</a:t>
                </a:r>
                <a:r>
                  <a:rPr lang="nl-NL" sz="1800" dirty="0"/>
                  <a:t>, </a:t>
                </a:r>
                <a:r>
                  <a:rPr lang="nl-NL" sz="1800" dirty="0" err="1"/>
                  <a:t>otherwise</a:t>
                </a:r>
                <a:r>
                  <a:rPr lang="nl-NL" sz="1800" dirty="0"/>
                  <a:t> 0);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 </m:t>
                        </m:r>
                        <m:r>
                          <a:rPr lang="en-US" sz="1900" i="1" noProof="1">
                            <a:latin typeface="Cambria Math" panose="02040503050406030204" pitchFamily="18" charset="0"/>
                            <a:ea typeface="Verdana" panose="020B0604030504040204" pitchFamily="34" charset="0"/>
                          </a:rPr>
                          <m:t>𝑍</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control variables</a:t>
                </a:r>
              </a:p>
              <a:p>
                <a:pPr>
                  <a:lnSpc>
                    <a:spcPct val="120000"/>
                  </a:lnSpc>
                  <a:spcAft>
                    <a:spcPts val="1200"/>
                  </a:spcAft>
                </a:pPr>
                <a:r>
                  <a:rPr lang="nl-NL" sz="1800" dirty="0"/>
                  <a:t>		</a:t>
                </a:r>
                <a:r>
                  <a:rPr lang="en-US" sz="1800" noProof="1">
                    <a:ea typeface="Cambria Math" panose="02040503050406030204" pitchFamily="18" charset="0"/>
                  </a:rPr>
                  <a:t> </a:t>
                </a:r>
                <a14:m>
                  <m:oMath xmlns:m="http://schemas.openxmlformats.org/officeDocument/2006/math">
                    <m:sSub>
                      <m:sSubPr>
                        <m:ctrlPr>
                          <a:rPr lang="en-US" sz="1800" i="1" noProof="1">
                            <a:latin typeface="Cambria Math" panose="02040503050406030204" pitchFamily="18" charset="0"/>
                            <a:ea typeface="Cambria Math" panose="02040503050406030204" pitchFamily="18" charset="0"/>
                          </a:rPr>
                        </m:ctrlPr>
                      </m:sSubPr>
                      <m:e>
                        <m:r>
                          <a:rPr lang="en-US" sz="1800" i="1" noProof="1">
                            <a:latin typeface="Cambria Math" panose="02040503050406030204" pitchFamily="18" charset="0"/>
                            <a:ea typeface="Cambria Math" panose="02040503050406030204" pitchFamily="18" charset="0"/>
                          </a:rPr>
                          <m:t>𝜇</m:t>
                        </m:r>
                      </m:e>
                      <m:sub>
                        <m:r>
                          <a:rPr lang="en-US" sz="1800" i="1" noProof="1">
                            <a:latin typeface="Cambria Math" panose="02040503050406030204" pitchFamily="18" charset="0"/>
                            <a:ea typeface="Verdana" panose="020B0604030504040204" pitchFamily="34" charset="0"/>
                          </a:rPr>
                          <m:t>𝑖</m:t>
                        </m:r>
                      </m:sub>
                    </m:sSub>
                  </m:oMath>
                </a14:m>
                <a:r>
                  <a:rPr lang="nl-NL" sz="1800" dirty="0">
                    <a:solidFill>
                      <a:schemeClr val="tx1"/>
                    </a:solidFill>
                  </a:rPr>
                  <a:t> </a:t>
                </a:r>
                <a:r>
                  <a:rPr lang="nl-NL" sz="1800" dirty="0"/>
                  <a:t>is country FE; </a:t>
                </a:r>
                <a14:m>
                  <m:oMath xmlns:m="http://schemas.openxmlformats.org/officeDocument/2006/math">
                    <m:sSub>
                      <m:sSubPr>
                        <m:ctrlPr>
                          <a:rPr lang="en-US" sz="1800" i="1" noProof="1">
                            <a:latin typeface="Cambria Math" panose="02040503050406030204" pitchFamily="18" charset="0"/>
                            <a:ea typeface="Cambria Math" panose="02040503050406030204" pitchFamily="18" charset="0"/>
                          </a:rPr>
                        </m:ctrlPr>
                      </m:sSubPr>
                      <m:e>
                        <m:r>
                          <a:rPr lang="en-US" sz="1800" i="1" noProof="1">
                            <a:latin typeface="Cambria Math" panose="02040503050406030204" pitchFamily="18" charset="0"/>
                            <a:ea typeface="Cambria Math" panose="02040503050406030204" pitchFamily="18" charset="0"/>
                          </a:rPr>
                          <m:t>𝜏</m:t>
                        </m:r>
                      </m:e>
                      <m:sub>
                        <m:r>
                          <a:rPr lang="en-US" sz="18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is time FE</a:t>
                </a:r>
              </a:p>
              <a:p>
                <a:pPr>
                  <a:lnSpc>
                    <a:spcPct val="120000"/>
                  </a:lnSpc>
                  <a:spcAft>
                    <a:spcPts val="1200"/>
                  </a:spcAft>
                </a:pPr>
                <a:endParaRPr lang="nl-NL" sz="1800" dirty="0">
                  <a:solidFill>
                    <a:schemeClr val="tx1"/>
                  </a:solidFill>
                </a:endParaRPr>
              </a:p>
            </p:txBody>
          </p:sp>
        </mc:Choice>
        <mc:Fallback>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420624" y="770798"/>
                <a:ext cx="8505051" cy="6087202"/>
              </a:xfrm>
              <a:blipFill>
                <a:blip r:embed="rId3"/>
                <a:stretch>
                  <a:fillRect l="-1792" t="-901"/>
                </a:stretch>
              </a:blipFill>
            </p:spPr>
            <p:txBody>
              <a:bodyPr/>
              <a:lstStyle/>
              <a:p>
                <a:r>
                  <a:rPr lang="en-GB">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p:sp>
        <p:nvSpPr>
          <p:cNvPr id="6" name="Tekstvak 3">
            <a:extLst>
              <a:ext uri="{FF2B5EF4-FFF2-40B4-BE49-F238E27FC236}">
                <a16:creationId xmlns:a16="http://schemas.microsoft.com/office/drawing/2014/main" id="{4ED6076C-5ED2-F560-9ECC-68A359BFC0CA}"/>
              </a:ext>
            </a:extLst>
          </p:cNvPr>
          <p:cNvSpPr txBox="1"/>
          <p:nvPr/>
        </p:nvSpPr>
        <p:spPr>
          <a:xfrm>
            <a:off x="163552" y="5061145"/>
            <a:ext cx="8748822" cy="1107996"/>
          </a:xfrm>
          <a:prstGeom prst="rect">
            <a:avLst/>
          </a:prstGeom>
          <a:noFill/>
        </p:spPr>
        <p:txBody>
          <a:bodyPr wrap="square" rtlCol="0">
            <a:spAutoFit/>
          </a:bodyPr>
          <a:lstStyle/>
          <a:p>
            <a:pPr algn="just">
              <a:defRPr/>
            </a:pPr>
            <a:r>
              <a:rPr lang="nl-NL" sz="1100" noProof="1">
                <a:solidFill>
                  <a:srgbClr val="002060"/>
                </a:solidFill>
              </a:rPr>
              <a:t>***,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r>
              <a:rPr lang="en-US" sz="1100" i="1" noProof="1">
                <a:solidFill>
                  <a:srgbClr val="002060"/>
                </a:solidFill>
              </a:rPr>
              <a:t>X</a:t>
            </a:r>
            <a:r>
              <a:rPr lang="en-US" sz="1100" noProof="1">
                <a:solidFill>
                  <a:srgbClr val="002060"/>
                </a:solidFill>
              </a:rPr>
              <a:t>. As control variables we included i) state aid as ratio of GDP (contemporaneous value of state aid and one period lagged GDP, source </a:t>
            </a:r>
            <a:r>
              <a:rPr lang="en-US" sz="1100" noProof="1">
                <a:solidFill>
                  <a:srgbClr val="002060"/>
                </a:solidFill>
                <a:hlinkClick r:id="rId3"/>
              </a:rPr>
              <a:t>Eurostat</a:t>
            </a:r>
            <a:r>
              <a:rPr lang="en-US" sz="1100" noProof="1">
                <a:solidFill>
                  <a:srgbClr val="002060"/>
                </a:solidFill>
              </a:rPr>
              <a:t>) and ii) trade openness (exposrts + imports over GDP. source Worldbank).</a:t>
            </a:r>
            <a:endParaRPr lang="nl-NL" sz="1100" noProof="1">
              <a:solidFill>
                <a:srgbClr val="002060"/>
              </a:solidFill>
            </a:endParaRPr>
          </a:p>
        </p:txBody>
      </p:sp>
      <p:pic>
        <p:nvPicPr>
          <p:cNvPr id="4" name="Picture 3">
            <a:extLst>
              <a:ext uri="{FF2B5EF4-FFF2-40B4-BE49-F238E27FC236}">
                <a16:creationId xmlns:a16="http://schemas.microsoft.com/office/drawing/2014/main" id="{AD9689AB-CE82-70F1-7C47-1B6F79E64021}"/>
              </a:ext>
            </a:extLst>
          </p:cNvPr>
          <p:cNvPicPr>
            <a:picLocks noChangeAspect="1"/>
          </p:cNvPicPr>
          <p:nvPr/>
        </p:nvPicPr>
        <p:blipFill>
          <a:blip r:embed="rId4"/>
          <a:stretch>
            <a:fillRect/>
          </a:stretch>
        </p:blipFill>
        <p:spPr>
          <a:xfrm>
            <a:off x="365381" y="2446883"/>
            <a:ext cx="8413238" cy="2389505"/>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corporate investment matters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AI equity investment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source Yahoo Finance.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a:t>
            </a:r>
            <a:r>
              <a:rPr lang="en-US" sz="1200" dirty="0">
                <a:solidFill>
                  <a:srgbClr val="002060"/>
                </a:solidFill>
                <a:hlinkClick r:id="rId3"/>
              </a:rPr>
              <a:t>Country Activity Tracker</a:t>
            </a:r>
            <a:r>
              <a:rPr lang="en-US" sz="1200" dirty="0">
                <a:solidFill>
                  <a:srgbClr val="002060"/>
                </a:solidFill>
              </a:rPr>
              <a:t>)</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4"/>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a:t>
            </a:r>
            <a:r>
              <a:rPr lang="pt-BR" sz="1200" dirty="0">
                <a:solidFill>
                  <a:srgbClr val="002060"/>
                </a:solidFill>
                <a:hlinkClick r:id="rId5"/>
              </a:rPr>
              <a:t>Eurostat</a:t>
            </a:r>
            <a:r>
              <a:rPr lang="pt-BR" sz="1200" dirty="0">
                <a:solidFill>
                  <a:srgbClr val="002060"/>
                </a:solidFill>
              </a:rPr>
              <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6"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investments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7"/>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8" y="4774417"/>
            <a:ext cx="4034734" cy="1384995"/>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a:t>
            </a:r>
            <a:r>
              <a:rPr lang="pt-BR" sz="1200" dirty="0">
                <a:solidFill>
                  <a:srgbClr val="002060"/>
                </a:solidFill>
                <a:hlinkClick r:id="rId3"/>
              </a:rPr>
              <a:t>Eurostat</a:t>
            </a:r>
            <a:r>
              <a:rPr lang="pt-BR" sz="1200" dirty="0">
                <a:solidFill>
                  <a:srgbClr val="002060"/>
                </a:solidFill>
              </a:rPr>
              <a:t>, Comext, HS2022).</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5"/>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6"/>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5"/>
            <a:ext cx="8129275"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Panel logit regressions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based on Eurostat CPA instead of HS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Modified stock correlation variable (to do)</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Other control variables (to do)</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2023</TotalTime>
  <Words>1401</Words>
  <Application>Microsoft Office PowerPoint</Application>
  <PresentationFormat>On-screen Show (4:3)</PresentationFormat>
  <Paragraphs>123</Paragraphs>
  <Slides>15</Slides>
  <Notes>15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15</vt:i4>
      </vt:variant>
    </vt:vector>
  </HeadingPairs>
  <TitlesOfParts>
    <vt:vector size="24" baseType="lpstr">
      <vt:lpstr>Aptos</vt:lpstr>
      <vt:lpstr>Arial</vt:lpstr>
      <vt:lpstr>Calibri</vt:lpstr>
      <vt:lpstr>Cambria Math</vt:lpstr>
      <vt:lpstr>Courier New</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Probit models</vt:lpstr>
      <vt:lpstr>Results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2026-09-30T07:03:13Z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