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114" dt="2026-09-25T11:36:54.569"/>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4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5T11:36:54.569" v="5519"/>
      <pc:docMkLst>
        <pc:docMk/>
      </pc:docMkLst>
      <pc:sldChg chg="delSp modSp mod">
        <pc:chgData name="Jan Willem van den End (EBO_CMA)" userId="32ade95a-e024-4672-952f-5ed8641a9e00" providerId="ADAL" clId="{3BBBE02E-ACD4-4586-9407-5E79BF620DF1}" dt="2026-09-25T10:40:23.376" v="5236" actId="478"/>
        <pc:sldMkLst>
          <pc:docMk/>
          <pc:sldMk cId="3588697" sldId="657"/>
        </pc:sldMkLst>
        <pc:spChg chg="mod">
          <ac:chgData name="Jan Willem van den End (EBO_CMA)" userId="32ade95a-e024-4672-952f-5ed8641a9e00" providerId="ADAL" clId="{3BBBE02E-ACD4-4586-9407-5E79BF620DF1}" dt="2026-09-25T09:20:04.427" v="4575" actId="1076"/>
          <ac:spMkLst>
            <pc:docMk/>
            <pc:sldMk cId="3588697" sldId="657"/>
            <ac:spMk id="2" creationId="{8F3D8D65-3E89-7468-E586-D814DD2BD102}"/>
          </ac:spMkLst>
        </pc:spChg>
        <pc:spChg chg="del mod">
          <ac:chgData name="Jan Willem van den End (EBO_CMA)" userId="32ade95a-e024-4672-952f-5ed8641a9e00" providerId="ADAL" clId="{3BBBE02E-ACD4-4586-9407-5E79BF620DF1}" dt="2026-09-25T10:40:23.376" v="5236" actId="478"/>
          <ac:spMkLst>
            <pc:docMk/>
            <pc:sldMk cId="3588697" sldId="657"/>
            <ac:spMk id="4" creationId="{1D067C04-83DA-B764-8F1B-3A65D2BB4049}"/>
          </ac:spMkLst>
        </pc:spChg>
        <pc:spChg chg="del mod">
          <ac:chgData name="Jan Willem van den End (EBO_CMA)" userId="32ade95a-e024-4672-952f-5ed8641a9e00" providerId="ADAL" clId="{3BBBE02E-ACD4-4586-9407-5E79BF620DF1}" dt="2026-09-25T10:40:20.380" v="5235" actId="478"/>
          <ac:spMkLst>
            <pc:docMk/>
            <pc:sldMk cId="3588697" sldId="657"/>
            <ac:spMk id="5" creationId="{CA3656D4-EE51-EF04-3E51-2AD8DB9C0964}"/>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5T11:36:40.711" v="5518" actId="20577"/>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del">
          <ac:chgData name="Jan Willem van den End (EBO_CMA)" userId="32ade95a-e024-4672-952f-5ed8641a9e00" providerId="ADAL" clId="{3BBBE02E-ACD4-4586-9407-5E79BF620DF1}" dt="2026-09-25T10:04:58.439" v="5052" actId="478"/>
          <ac:spMkLst>
            <pc:docMk/>
            <pc:sldMk cId="2428101549" sldId="784"/>
            <ac:spMk id="8" creationId="{873792AB-3A5F-9374-1FE8-71A49B10A05F}"/>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del mod">
          <ac:chgData name="Jan Willem van den End (EBO_CMA)" userId="32ade95a-e024-4672-952f-5ed8641a9e00" providerId="ADAL" clId="{3BBBE02E-ACD4-4586-9407-5E79BF620DF1}" dt="2026-09-25T09:43:59.910" v="4968" actId="478"/>
          <ac:picMkLst>
            <pc:docMk/>
            <pc:sldMk cId="2428101549" sldId="784"/>
            <ac:picMk id="3" creationId="{3AEC0293-BD5F-607E-F810-8030B0619792}"/>
          </ac:picMkLst>
        </pc:picChg>
        <pc:picChg chg="del mod">
          <ac:chgData name="Jan Willem van den End (EBO_CMA)" userId="32ade95a-e024-4672-952f-5ed8641a9e00" providerId="ADAL" clId="{3BBBE02E-ACD4-4586-9407-5E79BF620DF1}" dt="2026-09-25T10:00:35.450" v="5020" actId="478"/>
          <ac:picMkLst>
            <pc:docMk/>
            <pc:sldMk cId="2428101549" sldId="784"/>
            <ac:picMk id="4" creationId="{5BE696B4-4B0A-E2D7-1BD3-02940175CF30}"/>
          </ac:picMkLst>
        </pc:picChg>
        <pc:picChg chg="del mod">
          <ac:chgData name="Jan Willem van den End (EBO_CMA)" userId="32ade95a-e024-4672-952f-5ed8641a9e00" providerId="ADAL" clId="{3BBBE02E-ACD4-4586-9407-5E79BF620DF1}" dt="2026-09-25T09:45:07.933" v="4974" actId="478"/>
          <ac:picMkLst>
            <pc:docMk/>
            <pc:sldMk cId="2428101549" sldId="784"/>
            <ac:picMk id="7" creationId="{339ECCAE-ABF5-C0A3-D3B2-D90FA8CF9B40}"/>
          </ac:picMkLst>
        </pc:picChg>
        <pc:picChg chg="del mod">
          <ac:chgData name="Jan Willem van den End (EBO_CMA)" userId="32ade95a-e024-4672-952f-5ed8641a9e00" providerId="ADAL" clId="{3BBBE02E-ACD4-4586-9407-5E79BF620DF1}" dt="2026-09-25T10:00:59.393" v="5025" actId="478"/>
          <ac:picMkLst>
            <pc:docMk/>
            <pc:sldMk cId="2428101549" sldId="784"/>
            <ac:picMk id="9" creationId="{3CC04740-1A15-978C-59A4-C12419BDA591}"/>
          </ac:picMkLst>
        </pc:picChg>
        <pc:picChg chg="mod">
          <ac:chgData name="Jan Willem van den End (EBO_CMA)" userId="32ade95a-e024-4672-952f-5ed8641a9e00" providerId="ADAL" clId="{3BBBE02E-ACD4-4586-9407-5E79BF620DF1}" dt="2026-09-25T10:08:15.766" v="5076" actId="1035"/>
          <ac:picMkLst>
            <pc:docMk/>
            <pc:sldMk cId="2428101549" sldId="784"/>
            <ac:picMk id="10" creationId="{FC7B6F34-37FE-D63D-7B8B-54AB0BA70756}"/>
          </ac:picMkLst>
        </pc:picChg>
        <pc:picChg chg="mod">
          <ac:chgData name="Jan Willem van den End (EBO_CMA)" userId="32ade95a-e024-4672-952f-5ed8641a9e00" providerId="ADAL" clId="{3BBBE02E-ACD4-4586-9407-5E79BF620DF1}" dt="2026-09-25T10:08:15.766" v="5076" actId="1035"/>
          <ac:picMkLst>
            <pc:docMk/>
            <pc:sldMk cId="2428101549" sldId="784"/>
            <ac:picMk id="11" creationId="{9865C647-8D5F-98A1-58E5-AEFAF3242ABD}"/>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0T19:43:08.706" v="2453" actId="6549"/>
        <pc:sldMkLst>
          <pc:docMk/>
          <pc:sldMk cId="3777662078" sldId="790"/>
        </pc:sldMkLst>
        <pc:spChg chg="mod">
          <ac:chgData name="Jan Willem van den End (EBO_CMA)" userId="32ade95a-e024-4672-952f-5ed8641a9e00" providerId="ADAL" clId="{3BBBE02E-ACD4-4586-9407-5E79BF620DF1}" dt="2026-09-20T19:43:08.706" v="2453" actId="6549"/>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5T10:43:33.513" v="5406" actId="20577"/>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0T19:32:00.290" v="2064" actId="1076"/>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pc:chgData name="Jan Willem van den End (EBO_CMA)" userId="32ade95a-e024-4672-952f-5ed8641a9e00" providerId="ADAL" clId="{3BBBE02E-ACD4-4586-9407-5E79BF620DF1}" dt="2026-09-25T11:36:54.569" v="5519"/>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3T09:52:20.284" v="3869" actId="6549"/>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add del mod">
          <ac:chgData name="Jan Willem van den End (EBO_CMA)" userId="32ade95a-e024-4672-952f-5ed8641a9e00" providerId="ADAL" clId="{3BBBE02E-ACD4-4586-9407-5E79BF620DF1}" dt="2026-09-25T09:47:58.449" v="4980" actId="478"/>
          <ac:picMkLst>
            <pc:docMk/>
            <pc:sldMk cId="2304846322" sldId="792"/>
            <ac:picMk id="3" creationId="{FD8FEF3A-B9D3-C258-3FD3-115594E60806}"/>
          </ac:picMkLst>
        </pc:picChg>
        <pc:picChg chg="del mod">
          <ac:chgData name="Jan Willem van den End (EBO_CMA)" userId="32ade95a-e024-4672-952f-5ed8641a9e00" providerId="ADAL" clId="{3BBBE02E-ACD4-4586-9407-5E79BF620DF1}" dt="2026-09-25T10:01:46.698" v="5028" actId="478"/>
          <ac:picMkLst>
            <pc:docMk/>
            <pc:sldMk cId="2304846322" sldId="792"/>
            <ac:picMk id="4" creationId="{E14172C9-E0A8-FF02-C420-5CB128428A90}"/>
          </ac:picMkLst>
        </pc:picChg>
        <pc:picChg chg="del mod">
          <ac:chgData name="Jan Willem van den End (EBO_CMA)" userId="32ade95a-e024-4672-952f-5ed8641a9e00" providerId="ADAL" clId="{3BBBE02E-ACD4-4586-9407-5E79BF620DF1}" dt="2026-09-25T10:02:07.601" v="5031" actId="478"/>
          <ac:picMkLst>
            <pc:docMk/>
            <pc:sldMk cId="2304846322" sldId="792"/>
            <ac:picMk id="7" creationId="{487963F1-91B7-B155-55EA-19DCB885998B}"/>
          </ac:picMkLst>
        </pc:picChg>
        <pc:picChg chg="del mod">
          <ac:chgData name="Jan Willem van den End (EBO_CMA)" userId="32ade95a-e024-4672-952f-5ed8641a9e00" providerId="ADAL" clId="{3BBBE02E-ACD4-4586-9407-5E79BF620DF1}" dt="2026-09-25T09:48:18.415" v="4983" actId="478"/>
          <ac:picMkLst>
            <pc:docMk/>
            <pc:sldMk cId="2304846322" sldId="792"/>
            <ac:picMk id="9" creationId="{53094AB5-29A5-390F-D793-10B141A69812}"/>
          </ac:picMkLst>
        </pc:picChg>
        <pc:picChg chg="mod">
          <ac:chgData name="Jan Willem van den End (EBO_CMA)" userId="32ade95a-e024-4672-952f-5ed8641a9e00" providerId="ADAL" clId="{3BBBE02E-ACD4-4586-9407-5E79BF620DF1}" dt="2026-09-25T10:11:22.362" v="5083" actId="1035"/>
          <ac:picMkLst>
            <pc:docMk/>
            <pc:sldMk cId="2304846322" sldId="792"/>
            <ac:picMk id="10" creationId="{8ED05194-3FC9-0803-C7D5-C61C218BC7C9}"/>
          </ac:picMkLst>
        </pc:picChg>
        <pc:picChg chg="mod">
          <ac:chgData name="Jan Willem van den End (EBO_CMA)" userId="32ade95a-e024-4672-952f-5ed8641a9e00" providerId="ADAL" clId="{3BBBE02E-ACD4-4586-9407-5E79BF620DF1}" dt="2026-09-25T10:10:42.326" v="5080" actId="14100"/>
          <ac:picMkLst>
            <pc:docMk/>
            <pc:sldMk cId="2304846322" sldId="792"/>
            <ac:picMk id="11" creationId="{F62A9DDD-9890-E970-E360-5F7C952A0047}"/>
          </ac:picMkLst>
        </pc:picChg>
      </pc:sldChg>
      <pc:sldChg chg="modSp mod modNotesTx">
        <pc:chgData name="Jan Willem van den End (EBO_CMA)" userId="32ade95a-e024-4672-952f-5ed8641a9e00" providerId="ADAL" clId="{3BBBE02E-ACD4-4586-9407-5E79BF620DF1}" dt="2026-09-23T12:20:25.834" v="4079" actId="20577"/>
        <pc:sldMkLst>
          <pc:docMk/>
          <pc:sldMk cId="515665883" sldId="793"/>
        </pc:sldMkLst>
        <pc:spChg chg="mod">
          <ac:chgData name="Jan Willem van den End (EBO_CMA)" userId="32ade95a-e024-4672-952f-5ed8641a9e00" providerId="ADAL" clId="{3BBBE02E-ACD4-4586-9407-5E79BF620DF1}" dt="2026-09-23T12:20:25.834" v="4079" actId="20577"/>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5T10:20:09.252" v="5088" actId="6549"/>
        <pc:sldMkLst>
          <pc:docMk/>
          <pc:sldMk cId="240743824" sldId="794"/>
        </pc:sldMkLst>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4T11:50:04.667" v="4152"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4T11:50:04.667" v="4152" actId="20577"/>
          <ac:spMkLst>
            <pc:docMk/>
            <pc:sldMk cId="909146083" sldId="796"/>
            <ac:spMk id="6" creationId="{4ED6076C-5ED2-F560-9ECC-68A359BFC0CA}"/>
          </ac:spMkLst>
        </pc:spChg>
        <pc:picChg chg="mod">
          <ac:chgData name="Jan Willem van den End (EBO_CMA)" userId="32ade95a-e024-4672-952f-5ed8641a9e00" providerId="ADAL" clId="{3BBBE02E-ACD4-4586-9407-5E79BF620DF1}" dt="2026-09-23T09:54:04.654" v="3873" actId="1076"/>
          <ac:picMkLst>
            <pc:docMk/>
            <pc:sldMk cId="909146083" sldId="796"/>
            <ac:picMk id="10" creationId="{C9A895D5-4DBA-4775-3A49-739C761362E5}"/>
          </ac:picMkLst>
        </pc:picChg>
      </pc:sldChg>
      <pc:sldChg chg="modSp add mod modNotesTx">
        <pc:chgData name="Jan Willem van den End (EBO_CMA)" userId="32ade95a-e024-4672-952f-5ed8641a9e00" providerId="ADAL" clId="{3BBBE02E-ACD4-4586-9407-5E79BF620DF1}" dt="2026-09-25T10:43:06.065" v="5402" actId="20577"/>
        <pc:sldMkLst>
          <pc:docMk/>
          <pc:sldMk cId="341592472" sldId="797"/>
        </pc:sldMkLst>
        <pc:spChg chg="mod">
          <ac:chgData name="Jan Willem van den End (EBO_CMA)" userId="32ade95a-e024-4672-952f-5ed8641a9e00" providerId="ADAL" clId="{3BBBE02E-ACD4-4586-9407-5E79BF620DF1}" dt="2026-09-25T09:33:44.581" v="4678" actId="20577"/>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25-9-2026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25-9-2026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324482" y="775703"/>
            <a:ext cx="8645782"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pic>
        <p:nvPicPr>
          <p:cNvPr id="10" name="Picture 9">
            <a:extLst>
              <a:ext uri="{FF2B5EF4-FFF2-40B4-BE49-F238E27FC236}">
                <a16:creationId xmlns:a16="http://schemas.microsoft.com/office/drawing/2014/main" id="{FC7B6F34-37FE-D63D-7B8B-54AB0BA70756}"/>
              </a:ext>
            </a:extLst>
          </p:cNvPr>
          <p:cNvPicPr>
            <a:picLocks noChangeAspect="1"/>
          </p:cNvPicPr>
          <p:nvPr/>
        </p:nvPicPr>
        <p:blipFill>
          <a:blip r:embed="rId3"/>
          <a:stretch>
            <a:fillRect/>
          </a:stretch>
        </p:blipFill>
        <p:spPr>
          <a:xfrm>
            <a:off x="4686994" y="1251821"/>
            <a:ext cx="3962400" cy="2144429"/>
          </a:xfrm>
          <a:prstGeom prst="rect">
            <a:avLst/>
          </a:prstGeom>
        </p:spPr>
      </p:pic>
      <p:pic>
        <p:nvPicPr>
          <p:cNvPr id="11" name="Picture 10">
            <a:extLst>
              <a:ext uri="{FF2B5EF4-FFF2-40B4-BE49-F238E27FC236}">
                <a16:creationId xmlns:a16="http://schemas.microsoft.com/office/drawing/2014/main" id="{9865C647-8D5F-98A1-58E5-AEFAF3242ABD}"/>
              </a:ext>
            </a:extLst>
          </p:cNvPr>
          <p:cNvPicPr>
            <a:picLocks noChangeAspect="1"/>
          </p:cNvPicPr>
          <p:nvPr/>
        </p:nvPicPr>
        <p:blipFill>
          <a:blip r:embed="rId4"/>
          <a:stretch>
            <a:fillRect/>
          </a:stretch>
        </p:blipFill>
        <p:spPr>
          <a:xfrm>
            <a:off x="4686994" y="3453794"/>
            <a:ext cx="3962400" cy="2144429"/>
          </a:xfrm>
          <a:prstGeom prst="rect">
            <a:avLst/>
          </a:prstGeom>
        </p:spPr>
      </p:pic>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10" name="Picture 9">
            <a:extLst>
              <a:ext uri="{FF2B5EF4-FFF2-40B4-BE49-F238E27FC236}">
                <a16:creationId xmlns:a16="http://schemas.microsoft.com/office/drawing/2014/main" id="{8ED05194-3FC9-0803-C7D5-C61C218BC7C9}"/>
              </a:ext>
            </a:extLst>
          </p:cNvPr>
          <p:cNvPicPr>
            <a:picLocks noChangeAspect="1"/>
          </p:cNvPicPr>
          <p:nvPr/>
        </p:nvPicPr>
        <p:blipFill>
          <a:blip r:embed="rId3"/>
          <a:stretch>
            <a:fillRect/>
          </a:stretch>
        </p:blipFill>
        <p:spPr>
          <a:xfrm>
            <a:off x="4673972" y="1230853"/>
            <a:ext cx="3962400" cy="2271299"/>
          </a:xfrm>
          <a:prstGeom prst="rect">
            <a:avLst/>
          </a:prstGeom>
        </p:spPr>
      </p:pic>
      <p:pic>
        <p:nvPicPr>
          <p:cNvPr id="11" name="Picture 10">
            <a:extLst>
              <a:ext uri="{FF2B5EF4-FFF2-40B4-BE49-F238E27FC236}">
                <a16:creationId xmlns:a16="http://schemas.microsoft.com/office/drawing/2014/main" id="{F62A9DDD-9890-E970-E360-5F7C952A0047}"/>
              </a:ext>
            </a:extLst>
          </p:cNvPr>
          <p:cNvPicPr>
            <a:picLocks noChangeAspect="1"/>
          </p:cNvPicPr>
          <p:nvPr/>
        </p:nvPicPr>
        <p:blipFill>
          <a:blip r:embed="rId4"/>
          <a:stretch>
            <a:fillRect/>
          </a:stretch>
        </p:blipFill>
        <p:spPr>
          <a:xfrm>
            <a:off x="4685470" y="3429000"/>
            <a:ext cx="3962400" cy="216157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9768" y="825662"/>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control variables</a:t>
                </a: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9768" y="825662"/>
                <a:ext cx="8505051" cy="5679439"/>
              </a:xfrm>
              <a:blipFill>
                <a:blip r:embed="rId3"/>
                <a:stretch>
                  <a:fillRect l="-1864"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 state aid as ratio of GDP is included (contemporaneous value of state aid and one period lagged GDP, source </a:t>
            </a:r>
            <a:r>
              <a:rPr lang="en-US" sz="1100" noProof="1">
                <a:solidFill>
                  <a:srgbClr val="002060"/>
                </a:solidFill>
                <a:hlinkClick r:id="rId3"/>
              </a:rPr>
              <a:t>Eurostat</a:t>
            </a:r>
            <a:r>
              <a:rPr lang="en-US" sz="1100" noProof="1">
                <a:solidFill>
                  <a:srgbClr val="002060"/>
                </a:solidFill>
              </a:rPr>
              <a:t>).</a:t>
            </a:r>
            <a:endParaRPr lang="nl-NL" sz="1100" noProof="1">
              <a:solidFill>
                <a:srgbClr val="002060"/>
              </a:solidFill>
            </a:endParaRPr>
          </a:p>
        </p:txBody>
      </p:sp>
      <p:pic>
        <p:nvPicPr>
          <p:cNvPr id="10" name="Picture 9">
            <a:extLst>
              <a:ext uri="{FF2B5EF4-FFF2-40B4-BE49-F238E27FC236}">
                <a16:creationId xmlns:a16="http://schemas.microsoft.com/office/drawing/2014/main" id="{C9A895D5-4DBA-4775-3A49-739C761362E5}"/>
              </a:ext>
            </a:extLst>
          </p:cNvPr>
          <p:cNvPicPr>
            <a:picLocks noChangeAspect="1"/>
          </p:cNvPicPr>
          <p:nvPr/>
        </p:nvPicPr>
        <p:blipFill>
          <a:blip r:embed="rId4"/>
          <a:stretch>
            <a:fillRect/>
          </a:stretch>
        </p:blipFill>
        <p:spPr>
          <a:xfrm>
            <a:off x="281720" y="2617342"/>
            <a:ext cx="8630654" cy="230212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investment matters, but mainly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Financial AI-exposure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logit regressions </a:t>
            </a:r>
            <a:r>
              <a:rPr lang="nl-NL" sz="2000" noProof="1">
                <a:latin typeface="Arial" panose="020B0604020202020204" pitchFamily="34" charset="0"/>
                <a:ea typeface="Verdana" panose="020B0604030504040204" pitchFamily="34" charset="0"/>
                <a:cs typeface="Arial" panose="020B0604020202020204" pitchFamily="34" charset="0"/>
              </a:rPr>
              <a:t>→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1986</TotalTime>
  <Words>1359</Words>
  <Application>Microsoft Office PowerPoint</Application>
  <PresentationFormat>On-screen Show (4:3)</PresentationFormat>
  <Paragraphs>120</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2026-09-25T11:36:59Z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