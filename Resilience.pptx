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  <p:sldMasterId id="2147483708" r:id="rId2"/>
  </p:sldMasterIdLst>
  <p:notesMasterIdLst>
    <p:notesMasterId r:id="rId16"/>
  </p:notesMasterIdLst>
  <p:handoutMasterIdLst>
    <p:handoutMasterId r:id="rId17"/>
  </p:handoutMasterIdLst>
  <p:sldIdLst>
    <p:sldId id="781" r:id="rId3"/>
    <p:sldId id="768" r:id="rId4"/>
    <p:sldId id="795" r:id="rId5"/>
    <p:sldId id="657" r:id="rId6"/>
    <p:sldId id="786" r:id="rId7"/>
    <p:sldId id="784" r:id="rId8"/>
    <p:sldId id="792" r:id="rId9"/>
    <p:sldId id="793" r:id="rId10"/>
    <p:sldId id="790" r:id="rId11"/>
    <p:sldId id="783" r:id="rId12"/>
    <p:sldId id="782" r:id="rId13"/>
    <p:sldId id="791" r:id="rId14"/>
    <p:sldId id="794" r:id="rId15"/>
  </p:sldIdLst>
  <p:sldSz cx="9144000" cy="6858000" type="screen4x3"/>
  <p:notesSz cx="6805613" cy="99441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9AA52A-C8DC-0079-4B3D-3D94CB4CC93F}" name="Sleijpen, O.C.H.M. (Olaf) (DIR_DIR)" initials="SO((" userId="S::o.c.h.m.sleijpen@dnb.nl::e1834a21-b3b8-47a2-be81-be8d1b72480a" providerId="AD"/>
  <p188:author id="{114EDE45-E8DB-37B7-C237-E6B69FEBD181}" name="Hebbink, G.E. (Gerbert) (EBO_CMA)" initials="HG((" userId="S::g.e.hebbink@dnb.nl::444fd58c-4ff3-4106-ad46-ede14c697b3e" providerId="AD"/>
  <p188:author id="{19AFD3AA-EF12-0A5E-B173-A3D533F398FE}" name="Robert-Paul Berben (EBO_ECMO)" initials="RB" userId="S::r.p.berben@dnb.nl::e0d9533d-c10d-4fed-b4b8-e1abed61a76a" providerId="AD"/>
  <p188:author id="{B57F0CF1-687C-DE38-9287-2219F7DAA597}" name="Henneman, M.L. (Maria) (COM_COM)" initials="HM((" userId="S::M.L.Henneman@dnb.nl::93a05259-aa37-4f46-ab68-ed256dca0c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0099"/>
    <a:srgbClr val="9B9000"/>
    <a:srgbClr val="002060"/>
    <a:srgbClr val="211261"/>
    <a:srgbClr val="2B323C"/>
    <a:srgbClr val="0000FF"/>
    <a:srgbClr val="7F7F7F"/>
    <a:srgbClr val="162257"/>
    <a:srgbClr val="44287F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7102E3-B1ED-4733-957D-85FAB5094C64}" v="59" dt="2026-09-18T13:15:23.0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8/10/relationships/authors" Target="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Willem van den End (EBO_CMA)" userId="32ade95a-e024-4672-952f-5ed8641a9e00" providerId="ADAL" clId="{3BBBE02E-ACD4-4586-9407-5E79BF620DF1}"/>
    <pc:docChg chg="undo redo custSel addSld delSld modSld sldOrd delMainMaster">
      <pc:chgData name="Jan Willem van den End (EBO_CMA)" userId="32ade95a-e024-4672-952f-5ed8641a9e00" providerId="ADAL" clId="{3BBBE02E-ACD4-4586-9407-5E79BF620DF1}" dt="2026-09-18T13:20:25.484" v="7690" actId="6549"/>
      <pc:docMkLst>
        <pc:docMk/>
      </pc:docMkLst>
      <pc:sldChg chg="addSp delSp modSp mod">
        <pc:chgData name="Jan Willem van den End (EBO_CMA)" userId="32ade95a-e024-4672-952f-5ed8641a9e00" providerId="ADAL" clId="{3BBBE02E-ACD4-4586-9407-5E79BF620DF1}" dt="2026-09-18T11:49:03.722" v="6908" actId="1076"/>
        <pc:sldMkLst>
          <pc:docMk/>
          <pc:sldMk cId="3588697" sldId="657"/>
        </pc:sldMkLst>
        <pc:spChg chg="add mod">
          <ac:chgData name="Jan Willem van den End (EBO_CMA)" userId="32ade95a-e024-4672-952f-5ed8641a9e00" providerId="ADAL" clId="{3BBBE02E-ACD4-4586-9407-5E79BF620DF1}" dt="2026-09-16T20:27:50.756" v="4329" actId="20577"/>
          <ac:spMkLst>
            <pc:docMk/>
            <pc:sldMk cId="3588697" sldId="657"/>
            <ac:spMk id="2" creationId="{8F3D8D65-3E89-7468-E586-D814DD2BD102}"/>
          </ac:spMkLst>
        </pc:spChg>
        <pc:spChg chg="add mod">
          <ac:chgData name="Jan Willem van den End (EBO_CMA)" userId="32ade95a-e024-4672-952f-5ed8641a9e00" providerId="ADAL" clId="{3BBBE02E-ACD4-4586-9407-5E79BF620DF1}" dt="2026-09-18T11:49:03.722" v="6908" actId="1076"/>
          <ac:spMkLst>
            <pc:docMk/>
            <pc:sldMk cId="3588697" sldId="657"/>
            <ac:spMk id="4" creationId="{1D067C04-83DA-B764-8F1B-3A65D2BB4049}"/>
          </ac:spMkLst>
        </pc:spChg>
        <pc:spChg chg="add mod">
          <ac:chgData name="Jan Willem van den End (EBO_CMA)" userId="32ade95a-e024-4672-952f-5ed8641a9e00" providerId="ADAL" clId="{3BBBE02E-ACD4-4586-9407-5E79BF620DF1}" dt="2026-09-18T11:48:59.307" v="6907" actId="1076"/>
          <ac:spMkLst>
            <pc:docMk/>
            <pc:sldMk cId="3588697" sldId="657"/>
            <ac:spMk id="5" creationId="{CA3656D4-EE51-EF04-3E51-2AD8DB9C0964}"/>
          </ac:spMkLst>
        </pc:spChg>
        <pc:spChg chg="mod">
          <ac:chgData name="Jan Willem van den End (EBO_CMA)" userId="32ade95a-e024-4672-952f-5ed8641a9e00" providerId="ADAL" clId="{3BBBE02E-ACD4-4586-9407-5E79BF620DF1}" dt="2026-09-15T19:58:43.651" v="1047" actId="20577"/>
          <ac:spMkLst>
            <pc:docMk/>
            <pc:sldMk cId="3588697" sldId="657"/>
            <ac:spMk id="9" creationId="{00000000-0000-0000-0000-000000000000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17T08:55:46.690" v="4444" actId="20577"/>
        <pc:sldMkLst>
          <pc:docMk/>
          <pc:sldMk cId="1203207517" sldId="768"/>
        </pc:sldMkLst>
        <pc:spChg chg="mod">
          <ac:chgData name="Jan Willem van den End (EBO_CMA)" userId="32ade95a-e024-4672-952f-5ed8641a9e00" providerId="ADAL" clId="{3BBBE02E-ACD4-4586-9407-5E79BF620DF1}" dt="2026-09-16T18:10:58.164" v="2803" actId="20577"/>
          <ac:spMkLst>
            <pc:docMk/>
            <pc:sldMk cId="1203207517" sldId="768"/>
            <ac:spMk id="2" creationId="{00000000-0000-0000-0000-000000000000}"/>
          </ac:spMkLst>
        </pc:spChg>
        <pc:spChg chg="mod">
          <ac:chgData name="Jan Willem van den End (EBO_CMA)" userId="32ade95a-e024-4672-952f-5ed8641a9e00" providerId="ADAL" clId="{3BBBE02E-ACD4-4586-9407-5E79BF620DF1}" dt="2026-09-17T08:55:46.690" v="4444" actId="20577"/>
          <ac:spMkLst>
            <pc:docMk/>
            <pc:sldMk cId="1203207517" sldId="768"/>
            <ac:spMk id="6" creationId="{E5F77E79-9F6B-4517-B974-99DAACE11DF6}"/>
          </ac:spMkLst>
        </pc:spChg>
        <pc:spChg chg="add mod">
          <ac:chgData name="Jan Willem van den End (EBO_CMA)" userId="32ade95a-e024-4672-952f-5ed8641a9e00" providerId="ADAL" clId="{3BBBE02E-ACD4-4586-9407-5E79BF620DF1}" dt="2026-09-16T12:22:02.718" v="2556" actId="20577"/>
          <ac:spMkLst>
            <pc:docMk/>
            <pc:sldMk cId="1203207517" sldId="768"/>
            <ac:spMk id="8" creationId="{545BE5F7-F057-18CF-DA77-201D8BAEDAF2}"/>
          </ac:spMkLst>
        </pc:spChg>
        <pc:picChg chg="mod">
          <ac:chgData name="Jan Willem van den End (EBO_CMA)" userId="32ade95a-e024-4672-952f-5ed8641a9e00" providerId="ADAL" clId="{3BBBE02E-ACD4-4586-9407-5E79BF620DF1}" dt="2026-09-15T19:41:40.907" v="634" actId="1035"/>
          <ac:picMkLst>
            <pc:docMk/>
            <pc:sldMk cId="1203207517" sldId="768"/>
            <ac:picMk id="5" creationId="{8C31B433-F3FC-898E-A2C4-1A7649456F35}"/>
          </ac:picMkLst>
        </pc:picChg>
      </pc:sldChg>
      <pc:sldChg chg="addSp delSp modSp mod">
        <pc:chgData name="Jan Willem van den End (EBO_CMA)" userId="32ade95a-e024-4672-952f-5ed8641a9e00" providerId="ADAL" clId="{3BBBE02E-ACD4-4586-9407-5E79BF620DF1}" dt="2026-09-18T09:27:14.468" v="4841" actId="14100"/>
        <pc:sldMkLst>
          <pc:docMk/>
          <pc:sldMk cId="2835017235" sldId="781"/>
        </pc:sldMkLst>
        <pc:spChg chg="add mod">
          <ac:chgData name="Jan Willem van den End (EBO_CMA)" userId="32ade95a-e024-4672-952f-5ed8641a9e00" providerId="ADAL" clId="{3BBBE02E-ACD4-4586-9407-5E79BF620DF1}" dt="2026-09-18T09:27:14.468" v="4841" actId="14100"/>
          <ac:spMkLst>
            <pc:docMk/>
            <pc:sldMk cId="2835017235" sldId="781"/>
            <ac:spMk id="5" creationId="{A23DEFEE-159F-2F13-C617-6B4633392BB4}"/>
          </ac:spMkLst>
        </pc:spChg>
      </pc:sldChg>
      <pc:sldChg chg="delSp modSp add mod ord">
        <pc:chgData name="Jan Willem van den End (EBO_CMA)" userId="32ade95a-e024-4672-952f-5ed8641a9e00" providerId="ADAL" clId="{3BBBE02E-ACD4-4586-9407-5E79BF620DF1}" dt="2026-09-16T12:12:23.382" v="2226" actId="20577"/>
        <pc:sldMkLst>
          <pc:docMk/>
          <pc:sldMk cId="1473696260" sldId="782"/>
        </pc:sldMkLst>
        <pc:spChg chg="mod">
          <ac:chgData name="Jan Willem van den End (EBO_CMA)" userId="32ade95a-e024-4672-952f-5ed8641a9e00" providerId="ADAL" clId="{3BBBE02E-ACD4-4586-9407-5E79BF620DF1}" dt="2026-09-16T12:12:23.382" v="2226" actId="20577"/>
          <ac:spMkLst>
            <pc:docMk/>
            <pc:sldMk cId="1473696260" sldId="782"/>
            <ac:spMk id="2" creationId="{6A3DE4CC-1235-6A5B-5226-EACB34CDA045}"/>
          </ac:spMkLst>
        </pc:spChg>
        <pc:spChg chg="mod">
          <ac:chgData name="Jan Willem van den End (EBO_CMA)" userId="32ade95a-e024-4672-952f-5ed8641a9e00" providerId="ADAL" clId="{3BBBE02E-ACD4-4586-9407-5E79BF620DF1}" dt="2026-09-15T19:54:55.348" v="751" actId="20577"/>
          <ac:spMkLst>
            <pc:docMk/>
            <pc:sldMk cId="1473696260" sldId="782"/>
            <ac:spMk id="6" creationId="{1E8422D5-2452-DB5E-9929-FF6B42FB6722}"/>
          </ac:spMkLst>
        </pc:spChg>
        <pc:spChg chg="mod">
          <ac:chgData name="Jan Willem van den End (EBO_CMA)" userId="32ade95a-e024-4672-952f-5ed8641a9e00" providerId="ADAL" clId="{3BBBE02E-ACD4-4586-9407-5E79BF620DF1}" dt="2026-09-16T11:53:03.908" v="1681" actId="20577"/>
          <ac:spMkLst>
            <pc:docMk/>
            <pc:sldMk cId="1473696260" sldId="782"/>
            <ac:spMk id="8" creationId="{F8831F86-71DE-C3FE-B109-F7E9B5952F04}"/>
          </ac:spMkLst>
        </pc:spChg>
        <pc:picChg chg="mod">
          <ac:chgData name="Jan Willem van den End (EBO_CMA)" userId="32ade95a-e024-4672-952f-5ed8641a9e00" providerId="ADAL" clId="{3BBBE02E-ACD4-4586-9407-5E79BF620DF1}" dt="2026-09-15T19:44:26.190" v="641" actId="14100"/>
          <ac:picMkLst>
            <pc:docMk/>
            <pc:sldMk cId="1473696260" sldId="782"/>
            <ac:picMk id="3" creationId="{91A85948-69E3-BFEE-81F1-A1C9C4ED33BD}"/>
          </ac:picMkLst>
        </pc:picChg>
      </pc:sldChg>
      <pc:sldChg chg="modSp add mod">
        <pc:chgData name="Jan Willem van den End (EBO_CMA)" userId="32ade95a-e024-4672-952f-5ed8641a9e00" providerId="ADAL" clId="{3BBBE02E-ACD4-4586-9407-5E79BF620DF1}" dt="2026-09-15T19:54:13.935" v="669" actId="6549"/>
        <pc:sldMkLst>
          <pc:docMk/>
          <pc:sldMk cId="3666342558" sldId="783"/>
        </pc:sldMkLst>
        <pc:spChg chg="mod">
          <ac:chgData name="Jan Willem van den End (EBO_CMA)" userId="32ade95a-e024-4672-952f-5ed8641a9e00" providerId="ADAL" clId="{3BBBE02E-ACD4-4586-9407-5E79BF620DF1}" dt="2026-09-15T19:54:13.935" v="669" actId="6549"/>
          <ac:spMkLst>
            <pc:docMk/>
            <pc:sldMk cId="3666342558" sldId="783"/>
            <ac:spMk id="9" creationId="{98F2D218-3382-A4F9-611C-8C2FC2F0440C}"/>
          </ac:spMkLst>
        </pc:spChg>
      </pc:sldChg>
      <pc:sldChg chg="addSp delSp modSp add mod ord">
        <pc:chgData name="Jan Willem van den End (EBO_CMA)" userId="32ade95a-e024-4672-952f-5ed8641a9e00" providerId="ADAL" clId="{3BBBE02E-ACD4-4586-9407-5E79BF620DF1}" dt="2026-09-18T10:28:52.081" v="6265" actId="20577"/>
        <pc:sldMkLst>
          <pc:docMk/>
          <pc:sldMk cId="2428101549" sldId="784"/>
        </pc:sldMkLst>
        <pc:spChg chg="mod">
          <ac:chgData name="Jan Willem van den End (EBO_CMA)" userId="32ade95a-e024-4672-952f-5ed8641a9e00" providerId="ADAL" clId="{3BBBE02E-ACD4-4586-9407-5E79BF620DF1}" dt="2026-09-15T20:05:28.795" v="1261" actId="20577"/>
          <ac:spMkLst>
            <pc:docMk/>
            <pc:sldMk cId="2428101549" sldId="784"/>
            <ac:spMk id="2" creationId="{AB51448F-E6B0-C8D8-CC16-0AFD8961EF7F}"/>
          </ac:spMkLst>
        </pc:spChg>
        <pc:spChg chg="add mod">
          <ac:chgData name="Jan Willem van den End (EBO_CMA)" userId="32ade95a-e024-4672-952f-5ed8641a9e00" providerId="ADAL" clId="{3BBBE02E-ACD4-4586-9407-5E79BF620DF1}" dt="2026-09-18T09:31:19.182" v="4845" actId="790"/>
          <ac:spMkLst>
            <pc:docMk/>
            <pc:sldMk cId="2428101549" sldId="784"/>
            <ac:spMk id="5" creationId="{0EEE5C01-F407-B286-8291-7A84B3BBB14E}"/>
          </ac:spMkLst>
        </pc:spChg>
        <pc:spChg chg="mod">
          <ac:chgData name="Jan Willem van den End (EBO_CMA)" userId="32ade95a-e024-4672-952f-5ed8641a9e00" providerId="ADAL" clId="{3BBBE02E-ACD4-4586-9407-5E79BF620DF1}" dt="2026-09-18T10:25:49.009" v="6258" actId="20577"/>
          <ac:spMkLst>
            <pc:docMk/>
            <pc:sldMk cId="2428101549" sldId="784"/>
            <ac:spMk id="6" creationId="{613E110F-8AEE-A02C-2032-1F07DE944DEB}"/>
          </ac:spMkLst>
        </pc:spChg>
        <pc:spChg chg="mod">
          <ac:chgData name="Jan Willem van den End (EBO_CMA)" userId="32ade95a-e024-4672-952f-5ed8641a9e00" providerId="ADAL" clId="{3BBBE02E-ACD4-4586-9407-5E79BF620DF1}" dt="2026-09-18T10:28:52.081" v="6265" actId="20577"/>
          <ac:spMkLst>
            <pc:docMk/>
            <pc:sldMk cId="2428101549" sldId="784"/>
            <ac:spMk id="8" creationId="{873792AB-3A5F-9374-1FE8-71A49B10A05F}"/>
          </ac:spMkLst>
        </pc:spChg>
        <pc:picChg chg="del mod">
          <ac:chgData name="Jan Willem van den End (EBO_CMA)" userId="32ade95a-e024-4672-952f-5ed8641a9e00" providerId="ADAL" clId="{3BBBE02E-ACD4-4586-9407-5E79BF620DF1}" dt="2026-09-17T09:43:29.547" v="4525" actId="478"/>
          <ac:picMkLst>
            <pc:docMk/>
            <pc:sldMk cId="2428101549" sldId="784"/>
            <ac:picMk id="3" creationId="{4ADD6187-C893-AC34-F99E-1BB08C3EF748}"/>
          </ac:picMkLst>
        </pc:picChg>
        <pc:picChg chg="del mod">
          <ac:chgData name="Jan Willem van den End (EBO_CMA)" userId="32ade95a-e024-4672-952f-5ed8641a9e00" providerId="ADAL" clId="{3BBBE02E-ACD4-4586-9407-5E79BF620DF1}" dt="2026-09-17T09:43:31.146" v="4526" actId="478"/>
          <ac:picMkLst>
            <pc:docMk/>
            <pc:sldMk cId="2428101549" sldId="784"/>
            <ac:picMk id="7" creationId="{C469B0DA-72D8-C16F-37EF-3042D03AAD6B}"/>
          </ac:picMkLst>
        </pc:picChg>
        <pc:picChg chg="del mod">
          <ac:chgData name="Jan Willem van den End (EBO_CMA)" userId="32ade95a-e024-4672-952f-5ed8641a9e00" providerId="ADAL" clId="{3BBBE02E-ACD4-4586-9407-5E79BF620DF1}" dt="2026-09-17T09:47:50.614" v="4541" actId="478"/>
          <ac:picMkLst>
            <pc:docMk/>
            <pc:sldMk cId="2428101549" sldId="784"/>
            <ac:picMk id="9" creationId="{3CCB899B-20E0-C3CD-CBCE-1986A71783DF}"/>
          </ac:picMkLst>
        </pc:picChg>
        <pc:picChg chg="mod">
          <ac:chgData name="Jan Willem van den End (EBO_CMA)" userId="32ade95a-e024-4672-952f-5ed8641a9e00" providerId="ADAL" clId="{3BBBE02E-ACD4-4586-9407-5E79BF620DF1}" dt="2026-09-17T09:49:54.422" v="4585" actId="1037"/>
          <ac:picMkLst>
            <pc:docMk/>
            <pc:sldMk cId="2428101549" sldId="784"/>
            <ac:picMk id="10" creationId="{477F3FA9-013F-F0A8-95C8-DBD688C3744A}"/>
          </ac:picMkLst>
        </pc:picChg>
        <pc:picChg chg="mod">
          <ac:chgData name="Jan Willem van den End (EBO_CMA)" userId="32ade95a-e024-4672-952f-5ed8641a9e00" providerId="ADAL" clId="{3BBBE02E-ACD4-4586-9407-5E79BF620DF1}" dt="2026-09-17T09:49:54.422" v="4585" actId="1037"/>
          <ac:picMkLst>
            <pc:docMk/>
            <pc:sldMk cId="2428101549" sldId="784"/>
            <ac:picMk id="11" creationId="{7A25CD59-D632-9630-3CAD-3BDC8155E548}"/>
          </ac:picMkLst>
        </pc:picChg>
      </pc:sldChg>
      <pc:sldChg chg="addSp delSp modSp add mod ord">
        <pc:chgData name="Jan Willem van den End (EBO_CMA)" userId="32ade95a-e024-4672-952f-5ed8641a9e00" providerId="ADAL" clId="{3BBBE02E-ACD4-4586-9407-5E79BF620DF1}" dt="2026-09-18T10:31:26.804" v="6283" actId="20577"/>
        <pc:sldMkLst>
          <pc:docMk/>
          <pc:sldMk cId="4129420739" sldId="786"/>
        </pc:sldMkLst>
        <pc:spChg chg="mod">
          <ac:chgData name="Jan Willem van den End (EBO_CMA)" userId="32ade95a-e024-4672-952f-5ed8641a9e00" providerId="ADAL" clId="{3BBBE02E-ACD4-4586-9407-5E79BF620DF1}" dt="2026-09-15T20:07:42.942" v="1420" actId="20577"/>
          <ac:spMkLst>
            <pc:docMk/>
            <pc:sldMk cId="4129420739" sldId="786"/>
            <ac:spMk id="2" creationId="{627A485C-F246-D226-E4A1-7AA88455D07C}"/>
          </ac:spMkLst>
        </pc:spChg>
        <pc:spChg chg="add mod">
          <ac:chgData name="Jan Willem van den End (EBO_CMA)" userId="32ade95a-e024-4672-952f-5ed8641a9e00" providerId="ADAL" clId="{3BBBE02E-ACD4-4586-9407-5E79BF620DF1}" dt="2026-09-18T09:30:43.684" v="4842" actId="790"/>
          <ac:spMkLst>
            <pc:docMk/>
            <pc:sldMk cId="4129420739" sldId="786"/>
            <ac:spMk id="5" creationId="{D0123357-EEBB-CDB1-0C16-42033D94D66A}"/>
          </ac:spMkLst>
        </pc:spChg>
        <pc:spChg chg="mod">
          <ac:chgData name="Jan Willem van den End (EBO_CMA)" userId="32ade95a-e024-4672-952f-5ed8641a9e00" providerId="ADAL" clId="{3BBBE02E-ACD4-4586-9407-5E79BF620DF1}" dt="2026-09-18T10:31:26.804" v="6283" actId="20577"/>
          <ac:spMkLst>
            <pc:docMk/>
            <pc:sldMk cId="4129420739" sldId="786"/>
            <ac:spMk id="6" creationId="{4B7D4710-9ED0-97A7-CD0B-BD25DA4B7AA9}"/>
          </ac:spMkLst>
        </pc:spChg>
        <pc:spChg chg="mod">
          <ac:chgData name="Jan Willem van den End (EBO_CMA)" userId="32ade95a-e024-4672-952f-5ed8641a9e00" providerId="ADAL" clId="{3BBBE02E-ACD4-4586-9407-5E79BF620DF1}" dt="2026-09-18T09:30:52.448" v="4843" actId="790"/>
          <ac:spMkLst>
            <pc:docMk/>
            <pc:sldMk cId="4129420739" sldId="786"/>
            <ac:spMk id="8" creationId="{233DCD29-1BC1-E6E9-61D7-A3B8C24AFEC7}"/>
          </ac:spMkLst>
        </pc:spChg>
        <pc:picChg chg="mod">
          <ac:chgData name="Jan Willem van den End (EBO_CMA)" userId="32ade95a-e024-4672-952f-5ed8641a9e00" providerId="ADAL" clId="{3BBBE02E-ACD4-4586-9407-5E79BF620DF1}" dt="2026-09-16T19:52:24.075" v="3355" actId="1076"/>
          <ac:picMkLst>
            <pc:docMk/>
            <pc:sldMk cId="4129420739" sldId="786"/>
            <ac:picMk id="3" creationId="{1294A734-3F15-AF48-C076-C8D21D213F67}"/>
          </ac:picMkLst>
        </pc:picChg>
      </pc:sldChg>
      <pc:sldChg chg="modSp add del mod">
        <pc:chgData name="Jan Willem van den End (EBO_CMA)" userId="32ade95a-e024-4672-952f-5ed8641a9e00" providerId="ADAL" clId="{3BBBE02E-ACD4-4586-9407-5E79BF620DF1}" dt="2026-09-17T10:04:19.572" v="4739" actId="47"/>
        <pc:sldMkLst>
          <pc:docMk/>
          <pc:sldMk cId="1513479908" sldId="787"/>
        </pc:sldMkLst>
      </pc:sldChg>
      <pc:sldChg chg="modSp add del mod">
        <pc:chgData name="Jan Willem van den End (EBO_CMA)" userId="32ade95a-e024-4672-952f-5ed8641a9e00" providerId="ADAL" clId="{3BBBE02E-ACD4-4586-9407-5E79BF620DF1}" dt="2026-09-17T10:04:21.931" v="4740" actId="47"/>
        <pc:sldMkLst>
          <pc:docMk/>
          <pc:sldMk cId="2532452694" sldId="788"/>
        </pc:sldMkLst>
      </pc:sldChg>
      <pc:sldChg chg="modSp add del mod">
        <pc:chgData name="Jan Willem van den End (EBO_CMA)" userId="32ade95a-e024-4672-952f-5ed8641a9e00" providerId="ADAL" clId="{3BBBE02E-ACD4-4586-9407-5E79BF620DF1}" dt="2026-09-17T10:04:24.177" v="4741" actId="47"/>
        <pc:sldMkLst>
          <pc:docMk/>
          <pc:sldMk cId="2269854881" sldId="789"/>
        </pc:sldMkLst>
      </pc:sldChg>
      <pc:sldChg chg="modSp add mod">
        <pc:chgData name="Jan Willem van den End (EBO_CMA)" userId="32ade95a-e024-4672-952f-5ed8641a9e00" providerId="ADAL" clId="{3BBBE02E-ACD4-4586-9407-5E79BF620DF1}" dt="2026-09-15T20:10:49.798" v="1534" actId="20577"/>
        <pc:sldMkLst>
          <pc:docMk/>
          <pc:sldMk cId="3777662078" sldId="790"/>
        </pc:sldMkLst>
        <pc:spChg chg="mod">
          <ac:chgData name="Jan Willem van den End (EBO_CMA)" userId="32ade95a-e024-4672-952f-5ed8641a9e00" providerId="ADAL" clId="{3BBBE02E-ACD4-4586-9407-5E79BF620DF1}" dt="2026-09-15T20:10:49.798" v="1534" actId="20577"/>
          <ac:spMkLst>
            <pc:docMk/>
            <pc:sldMk cId="3777662078" sldId="790"/>
            <ac:spMk id="2" creationId="{EFBED4CC-73CB-5E21-890E-866BC0B3643A}"/>
          </ac:spMkLst>
        </pc:spChg>
        <pc:spChg chg="mod">
          <ac:chgData name="Jan Willem van den End (EBO_CMA)" userId="32ade95a-e024-4672-952f-5ed8641a9e00" providerId="ADAL" clId="{3BBBE02E-ACD4-4586-9407-5E79BF620DF1}" dt="2026-09-15T20:10:45.876" v="1532" actId="20577"/>
          <ac:spMkLst>
            <pc:docMk/>
            <pc:sldMk cId="3777662078" sldId="790"/>
            <ac:spMk id="9" creationId="{2EDEA4FF-77B4-1210-0800-2B8BF9AA0C33}"/>
          </ac:spMkLst>
        </pc:spChg>
      </pc:sldChg>
      <pc:sldChg chg="addSp delSp modSp add mod">
        <pc:chgData name="Jan Willem van den End (EBO_CMA)" userId="32ade95a-e024-4672-952f-5ed8641a9e00" providerId="ADAL" clId="{3BBBE02E-ACD4-4586-9407-5E79BF620DF1}" dt="2026-09-18T11:47:17.216" v="6791" actId="1076"/>
        <pc:sldMkLst>
          <pc:docMk/>
          <pc:sldMk cId="374833015" sldId="791"/>
        </pc:sldMkLst>
        <pc:spChg chg="mod">
          <ac:chgData name="Jan Willem van den End (EBO_CMA)" userId="32ade95a-e024-4672-952f-5ed8641a9e00" providerId="ADAL" clId="{3BBBE02E-ACD4-4586-9407-5E79BF620DF1}" dt="2026-09-16T12:12:42.804" v="2260" actId="20577"/>
          <ac:spMkLst>
            <pc:docMk/>
            <pc:sldMk cId="374833015" sldId="791"/>
            <ac:spMk id="2" creationId="{633D671E-1B58-DEFA-8900-436B363D6930}"/>
          </ac:spMkLst>
        </pc:spChg>
        <pc:spChg chg="add mod">
          <ac:chgData name="Jan Willem van den End (EBO_CMA)" userId="32ade95a-e024-4672-952f-5ed8641a9e00" providerId="ADAL" clId="{3BBBE02E-ACD4-4586-9407-5E79BF620DF1}" dt="2026-09-18T11:47:11.348" v="6790" actId="1076"/>
          <ac:spMkLst>
            <pc:docMk/>
            <pc:sldMk cId="374833015" sldId="791"/>
            <ac:spMk id="4" creationId="{80A3C609-6383-27DE-510C-C64F4B0DBC92}"/>
          </ac:spMkLst>
        </pc:spChg>
        <pc:spChg chg="add mod">
          <ac:chgData name="Jan Willem van den End (EBO_CMA)" userId="32ade95a-e024-4672-952f-5ed8641a9e00" providerId="ADAL" clId="{3BBBE02E-ACD4-4586-9407-5E79BF620DF1}" dt="2026-09-18T11:47:17.216" v="6791" actId="1076"/>
          <ac:spMkLst>
            <pc:docMk/>
            <pc:sldMk cId="374833015" sldId="791"/>
            <ac:spMk id="6" creationId="{0AC6B175-D1D2-F0DB-D461-D0CAED9EE46F}"/>
          </ac:spMkLst>
        </pc:spChg>
        <pc:spChg chg="mod">
          <ac:chgData name="Jan Willem van den End (EBO_CMA)" userId="32ade95a-e024-4672-952f-5ed8641a9e00" providerId="ADAL" clId="{3BBBE02E-ACD4-4586-9407-5E79BF620DF1}" dt="2026-09-18T11:44:41.249" v="6533"/>
          <ac:spMkLst>
            <pc:docMk/>
            <pc:sldMk cId="374833015" sldId="791"/>
            <ac:spMk id="8" creationId="{21C63CC4-9F1C-6D6D-9FEF-9D04021E36EE}"/>
          </ac:spMkLst>
        </pc:spChg>
        <pc:spChg chg="add mod">
          <ac:chgData name="Jan Willem van den End (EBO_CMA)" userId="32ade95a-e024-4672-952f-5ed8641a9e00" providerId="ADAL" clId="{3BBBE02E-ACD4-4586-9407-5E79BF620DF1}" dt="2026-09-18T11:42:36.194" v="6507" actId="20577"/>
          <ac:spMkLst>
            <pc:docMk/>
            <pc:sldMk cId="374833015" sldId="791"/>
            <ac:spMk id="11" creationId="{7D1FCEE6-8AAC-959D-A8E8-B4CF4C9F0122}"/>
          </ac:spMkLst>
        </pc:spChg>
        <pc:spChg chg="add mod">
          <ac:chgData name="Jan Willem van den End (EBO_CMA)" userId="32ade95a-e024-4672-952f-5ed8641a9e00" providerId="ADAL" clId="{3BBBE02E-ACD4-4586-9407-5E79BF620DF1}" dt="2026-09-16T12:21:37.953" v="2555" actId="20577"/>
          <ac:spMkLst>
            <pc:docMk/>
            <pc:sldMk cId="374833015" sldId="791"/>
            <ac:spMk id="13" creationId="{338A2D59-53C8-50EE-C6F5-E44B1EC58C7B}"/>
          </ac:spMkLst>
        </pc:spChg>
        <pc:picChg chg="mod">
          <ac:chgData name="Jan Willem van den End (EBO_CMA)" userId="32ade95a-e024-4672-952f-5ed8641a9e00" providerId="ADAL" clId="{3BBBE02E-ACD4-4586-9407-5E79BF620DF1}" dt="2026-09-16T12:16:15.480" v="2356" actId="1035"/>
          <ac:picMkLst>
            <pc:docMk/>
            <pc:sldMk cId="374833015" sldId="791"/>
            <ac:picMk id="7" creationId="{00D67D2D-8767-2D3D-DB1A-994B39847091}"/>
          </ac:picMkLst>
        </pc:picChg>
        <pc:picChg chg="mod">
          <ac:chgData name="Jan Willem van den End (EBO_CMA)" userId="32ade95a-e024-4672-952f-5ed8641a9e00" providerId="ADAL" clId="{3BBBE02E-ACD4-4586-9407-5E79BF620DF1}" dt="2026-09-16T12:16:08.732" v="2344" actId="14100"/>
          <ac:picMkLst>
            <pc:docMk/>
            <pc:sldMk cId="374833015" sldId="791"/>
            <ac:picMk id="9" creationId="{9A1BFB74-B0F9-69A1-8D0B-9ADBEF25B14A}"/>
          </ac:picMkLst>
        </pc:picChg>
      </pc:sldChg>
      <pc:sldChg chg="delSp modSp add mod">
        <pc:chgData name="Jan Willem van den End (EBO_CMA)" userId="32ade95a-e024-4672-952f-5ed8641a9e00" providerId="ADAL" clId="{3BBBE02E-ACD4-4586-9407-5E79BF620DF1}" dt="2026-09-18T10:29:10.131" v="6273" actId="20577"/>
        <pc:sldMkLst>
          <pc:docMk/>
          <pc:sldMk cId="2304846322" sldId="792"/>
        </pc:sldMkLst>
        <pc:spChg chg="mod">
          <ac:chgData name="Jan Willem van den End (EBO_CMA)" userId="32ade95a-e024-4672-952f-5ed8641a9e00" providerId="ADAL" clId="{3BBBE02E-ACD4-4586-9407-5E79BF620DF1}" dt="2026-09-17T09:59:26.981" v="4706" actId="20577"/>
          <ac:spMkLst>
            <pc:docMk/>
            <pc:sldMk cId="2304846322" sldId="792"/>
            <ac:spMk id="2" creationId="{A0D1D165-50E0-8F1E-E2D5-7D57D4E9228C}"/>
          </ac:spMkLst>
        </pc:spChg>
        <pc:spChg chg="mod">
          <ac:chgData name="Jan Willem van den End (EBO_CMA)" userId="32ade95a-e024-4672-952f-5ed8641a9e00" providerId="ADAL" clId="{3BBBE02E-ACD4-4586-9407-5E79BF620DF1}" dt="2026-09-18T09:31:47.788" v="4847" actId="790"/>
          <ac:spMkLst>
            <pc:docMk/>
            <pc:sldMk cId="2304846322" sldId="792"/>
            <ac:spMk id="5" creationId="{64CF75E5-0A93-A50A-135C-BD487E25C478}"/>
          </ac:spMkLst>
        </pc:spChg>
        <pc:spChg chg="mod">
          <ac:chgData name="Jan Willem van den End (EBO_CMA)" userId="32ade95a-e024-4672-952f-5ed8641a9e00" providerId="ADAL" clId="{3BBBE02E-ACD4-4586-9407-5E79BF620DF1}" dt="2026-09-18T10:22:17.832" v="6255" actId="20577"/>
          <ac:spMkLst>
            <pc:docMk/>
            <pc:sldMk cId="2304846322" sldId="792"/>
            <ac:spMk id="6" creationId="{CF9708F7-32AE-5645-3159-CE1174AB0729}"/>
          </ac:spMkLst>
        </pc:spChg>
        <pc:spChg chg="mod">
          <ac:chgData name="Jan Willem van den End (EBO_CMA)" userId="32ade95a-e024-4672-952f-5ed8641a9e00" providerId="ADAL" clId="{3BBBE02E-ACD4-4586-9407-5E79BF620DF1}" dt="2026-09-18T10:29:10.131" v="6273" actId="20577"/>
          <ac:spMkLst>
            <pc:docMk/>
            <pc:sldMk cId="2304846322" sldId="792"/>
            <ac:spMk id="8" creationId="{AEE2C5DE-2B6A-1A21-C169-797AC72B8FC2}"/>
          </ac:spMkLst>
        </pc:spChg>
        <pc:picChg chg="mod">
          <ac:chgData name="Jan Willem van den End (EBO_CMA)" userId="32ade95a-e024-4672-952f-5ed8641a9e00" providerId="ADAL" clId="{3BBBE02E-ACD4-4586-9407-5E79BF620DF1}" dt="2026-09-17T09:59:05.252" v="4673" actId="14100"/>
          <ac:picMkLst>
            <pc:docMk/>
            <pc:sldMk cId="2304846322" sldId="792"/>
            <ac:picMk id="3" creationId="{D13E89F4-0265-ABF8-064D-EE79C4DCAA71}"/>
          </ac:picMkLst>
        </pc:picChg>
        <pc:picChg chg="mod">
          <ac:chgData name="Jan Willem van den End (EBO_CMA)" userId="32ade95a-e024-4672-952f-5ed8641a9e00" providerId="ADAL" clId="{3BBBE02E-ACD4-4586-9407-5E79BF620DF1}" dt="2026-09-17T09:58:46.770" v="4663" actId="14100"/>
          <ac:picMkLst>
            <pc:docMk/>
            <pc:sldMk cId="2304846322" sldId="792"/>
            <ac:picMk id="4" creationId="{551404D6-F9AD-BB52-B168-06741BAA0097}"/>
          </ac:picMkLst>
        </pc:picChg>
        <pc:picChg chg="del">
          <ac:chgData name="Jan Willem van den End (EBO_CMA)" userId="32ade95a-e024-4672-952f-5ed8641a9e00" providerId="ADAL" clId="{3BBBE02E-ACD4-4586-9407-5E79BF620DF1}" dt="2026-09-17T09:57:24.317" v="4588" actId="478"/>
          <ac:picMkLst>
            <pc:docMk/>
            <pc:sldMk cId="2304846322" sldId="792"/>
            <ac:picMk id="10" creationId="{25361EC0-B109-5160-60F7-F804C8818927}"/>
          </ac:picMkLst>
        </pc:picChg>
        <pc:picChg chg="del">
          <ac:chgData name="Jan Willem van den End (EBO_CMA)" userId="32ade95a-e024-4672-952f-5ed8641a9e00" providerId="ADAL" clId="{3BBBE02E-ACD4-4586-9407-5E79BF620DF1}" dt="2026-09-17T09:58:10.384" v="4656" actId="478"/>
          <ac:picMkLst>
            <pc:docMk/>
            <pc:sldMk cId="2304846322" sldId="792"/>
            <ac:picMk id="11" creationId="{405C587C-9591-606A-C657-6C658CBF939E}"/>
          </ac:picMkLst>
        </pc:picChg>
      </pc:sldChg>
      <pc:sldChg chg="modSp add mod">
        <pc:chgData name="Jan Willem van den End (EBO_CMA)" userId="32ade95a-e024-4672-952f-5ed8641a9e00" providerId="ADAL" clId="{3BBBE02E-ACD4-4586-9407-5E79BF620DF1}" dt="2026-09-17T10:04:46.325" v="4756" actId="20577"/>
        <pc:sldMkLst>
          <pc:docMk/>
          <pc:sldMk cId="515665883" sldId="793"/>
        </pc:sldMkLst>
        <pc:spChg chg="mod">
          <ac:chgData name="Jan Willem van den End (EBO_CMA)" userId="32ade95a-e024-4672-952f-5ed8641a9e00" providerId="ADAL" clId="{3BBBE02E-ACD4-4586-9407-5E79BF620DF1}" dt="2026-09-17T10:04:46.325" v="4756" actId="20577"/>
          <ac:spMkLst>
            <pc:docMk/>
            <pc:sldMk cId="515665883" sldId="793"/>
            <ac:spMk id="9" creationId="{279E6971-F8C1-CE73-F846-F4CD2F9BE489}"/>
          </ac:spMkLst>
        </pc:spChg>
      </pc:sldChg>
      <pc:sldChg chg="addSp delSp modSp add mod">
        <pc:chgData name="Jan Willem van den End (EBO_CMA)" userId="32ade95a-e024-4672-952f-5ed8641a9e00" providerId="ADAL" clId="{3BBBE02E-ACD4-4586-9407-5E79BF620DF1}" dt="2026-09-18T12:06:04.203" v="7300" actId="20577"/>
        <pc:sldMkLst>
          <pc:docMk/>
          <pc:sldMk cId="240743824" sldId="794"/>
        </pc:sldMkLst>
        <pc:spChg chg="mod">
          <ac:chgData name="Jan Willem van den End (EBO_CMA)" userId="32ade95a-e024-4672-952f-5ed8641a9e00" providerId="ADAL" clId="{3BBBE02E-ACD4-4586-9407-5E79BF620DF1}" dt="2026-09-18T11:35:02.782" v="6289"/>
          <ac:spMkLst>
            <pc:docMk/>
            <pc:sldMk cId="240743824" sldId="794"/>
            <ac:spMk id="2" creationId="{62C9CA68-4F8B-00E1-9EA9-77192F3EDB84}"/>
          </ac:spMkLst>
        </pc:spChg>
        <pc:spChg chg="add mod">
          <ac:chgData name="Jan Willem van den End (EBO_CMA)" userId="32ade95a-e024-4672-952f-5ed8641a9e00" providerId="ADAL" clId="{3BBBE02E-ACD4-4586-9407-5E79BF620DF1}" dt="2026-09-18T12:06:04.203" v="7300" actId="20577"/>
          <ac:spMkLst>
            <pc:docMk/>
            <pc:sldMk cId="240743824" sldId="794"/>
            <ac:spMk id="6" creationId="{42ACDE40-4CF9-25D5-B152-CDE514C54D15}"/>
          </ac:spMkLst>
        </pc:spChg>
        <pc:spChg chg="mod">
          <ac:chgData name="Jan Willem van den End (EBO_CMA)" userId="32ade95a-e024-4672-952f-5ed8641a9e00" providerId="ADAL" clId="{3BBBE02E-ACD4-4586-9407-5E79BF620DF1}" dt="2026-09-18T11:45:57.466" v="6687" actId="20577"/>
          <ac:spMkLst>
            <pc:docMk/>
            <pc:sldMk cId="240743824" sldId="794"/>
            <ac:spMk id="8" creationId="{0677632A-56D3-3DDB-C434-EB0FC24E2732}"/>
          </ac:spMkLst>
        </pc:spChg>
        <pc:spChg chg="mod">
          <ac:chgData name="Jan Willem van den End (EBO_CMA)" userId="32ade95a-e024-4672-952f-5ed8641a9e00" providerId="ADAL" clId="{3BBBE02E-ACD4-4586-9407-5E79BF620DF1}" dt="2026-09-18T11:42:39.833" v="6508" actId="20577"/>
          <ac:spMkLst>
            <pc:docMk/>
            <pc:sldMk cId="240743824" sldId="794"/>
            <ac:spMk id="11" creationId="{D6974398-2614-1310-0782-A3E80B13A2FD}"/>
          </ac:spMkLst>
        </pc:spChg>
        <pc:spChg chg="add mod">
          <ac:chgData name="Jan Willem van den End (EBO_CMA)" userId="32ade95a-e024-4672-952f-5ed8641a9e00" providerId="ADAL" clId="{3BBBE02E-ACD4-4586-9407-5E79BF620DF1}" dt="2026-09-18T11:48:24.587" v="6906" actId="1076"/>
          <ac:spMkLst>
            <pc:docMk/>
            <pc:sldMk cId="240743824" sldId="794"/>
            <ac:spMk id="12" creationId="{37AFEB65-C677-E635-F153-64D4EC70C109}"/>
          </ac:spMkLst>
        </pc:spChg>
        <pc:picChg chg="mod">
          <ac:chgData name="Jan Willem van den End (EBO_CMA)" userId="32ade95a-e024-4672-952f-5ed8641a9e00" providerId="ADAL" clId="{3BBBE02E-ACD4-4586-9407-5E79BF620DF1}" dt="2026-09-18T11:36:21.084" v="6293" actId="1076"/>
          <ac:picMkLst>
            <pc:docMk/>
            <pc:sldMk cId="240743824" sldId="794"/>
            <ac:picMk id="3" creationId="{A9B511F9-EA27-E187-9227-1EF502D06828}"/>
          </ac:picMkLst>
        </pc:picChg>
        <pc:picChg chg="mod">
          <ac:chgData name="Jan Willem van den End (EBO_CMA)" userId="32ade95a-e024-4672-952f-5ed8641a9e00" providerId="ADAL" clId="{3BBBE02E-ACD4-4586-9407-5E79BF620DF1}" dt="2026-09-18T11:42:21.009" v="6506" actId="1076"/>
          <ac:picMkLst>
            <pc:docMk/>
            <pc:sldMk cId="240743824" sldId="794"/>
            <ac:picMk id="4" creationId="{D752BB6B-84D3-1A02-4BE3-8EAA21B12319}"/>
          </ac:picMkLst>
        </pc:picChg>
        <pc:picChg chg="del">
          <ac:chgData name="Jan Willem van den End (EBO_CMA)" userId="32ade95a-e024-4672-952f-5ed8641a9e00" providerId="ADAL" clId="{3BBBE02E-ACD4-4586-9407-5E79BF620DF1}" dt="2026-09-18T11:34:48.925" v="6288" actId="478"/>
          <ac:picMkLst>
            <pc:docMk/>
            <pc:sldMk cId="240743824" sldId="794"/>
            <ac:picMk id="7" creationId="{16B3CFD0-A5DF-D9D5-E42B-259254AEA3F9}"/>
          </ac:picMkLst>
        </pc:picChg>
        <pc:picChg chg="del">
          <ac:chgData name="Jan Willem van den End (EBO_CMA)" userId="32ade95a-e024-4672-952f-5ed8641a9e00" providerId="ADAL" clId="{3BBBE02E-ACD4-4586-9407-5E79BF620DF1}" dt="2026-09-18T11:34:47.574" v="6287" actId="478"/>
          <ac:picMkLst>
            <pc:docMk/>
            <pc:sldMk cId="240743824" sldId="794"/>
            <ac:picMk id="9" creationId="{99A09C4F-845B-9D5C-DE6D-E247301445F4}"/>
          </ac:picMkLst>
        </pc:picChg>
      </pc:sldChg>
      <pc:sldChg chg="delSp modSp add mod">
        <pc:chgData name="Jan Willem van den End (EBO_CMA)" userId="32ade95a-e024-4672-952f-5ed8641a9e00" providerId="ADAL" clId="{3BBBE02E-ACD4-4586-9407-5E79BF620DF1}" dt="2026-09-18T13:20:25.484" v="7690" actId="6549"/>
        <pc:sldMkLst>
          <pc:docMk/>
          <pc:sldMk cId="165802264" sldId="795"/>
        </pc:sldMkLst>
        <pc:spChg chg="mod">
          <ac:chgData name="Jan Willem van den End (EBO_CMA)" userId="32ade95a-e024-4672-952f-5ed8641a9e00" providerId="ADAL" clId="{3BBBE02E-ACD4-4586-9407-5E79BF620DF1}" dt="2026-09-18T13:20:25.484" v="7690" actId="6549"/>
          <ac:spMkLst>
            <pc:docMk/>
            <pc:sldMk cId="165802264" sldId="795"/>
            <ac:spMk id="2" creationId="{7415D86D-5542-3552-758F-1923FC3E3C99}"/>
          </ac:spMkLst>
        </pc:spChg>
        <pc:spChg chg="del">
          <ac:chgData name="Jan Willem van den End (EBO_CMA)" userId="32ade95a-e024-4672-952f-5ed8641a9e00" providerId="ADAL" clId="{3BBBE02E-ACD4-4586-9407-5E79BF620DF1}" dt="2026-09-18T11:50:17.308" v="6939" actId="478"/>
          <ac:spMkLst>
            <pc:docMk/>
            <pc:sldMk cId="165802264" sldId="795"/>
            <ac:spMk id="4" creationId="{E75C9C16-CE94-DBFA-7930-CF761CF9D42F}"/>
          </ac:spMkLst>
        </pc:spChg>
        <pc:spChg chg="del">
          <ac:chgData name="Jan Willem van den End (EBO_CMA)" userId="32ade95a-e024-4672-952f-5ed8641a9e00" providerId="ADAL" clId="{3BBBE02E-ACD4-4586-9407-5E79BF620DF1}" dt="2026-09-18T11:50:14.281" v="6938" actId="478"/>
          <ac:spMkLst>
            <pc:docMk/>
            <pc:sldMk cId="165802264" sldId="795"/>
            <ac:spMk id="5" creationId="{443380C5-F79D-1456-F995-E412C7AF0B58}"/>
          </ac:spMkLst>
        </pc:spChg>
        <pc:spChg chg="mod">
          <ac:chgData name="Jan Willem van den End (EBO_CMA)" userId="32ade95a-e024-4672-952f-5ed8641a9e00" providerId="ADAL" clId="{3BBBE02E-ACD4-4586-9407-5E79BF620DF1}" dt="2026-09-18T11:52:55.364" v="7262" actId="20577"/>
          <ac:spMkLst>
            <pc:docMk/>
            <pc:sldMk cId="165802264" sldId="795"/>
            <ac:spMk id="9" creationId="{BC7CDFAD-06A8-46EF-4776-25D11166D76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BBE9F-2231-4498-A3E5-DFB02EDDD594}" type="datetimeFigureOut">
              <a:rPr lang="nl-NL" smtClean="0"/>
              <a:t>18-9-2026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F0578-CC77-4CC6-8BD4-1C24732170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216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D5B51-A3C5-4FC7-8A0D-54EFEFAFACD3}" type="datetimeFigureOut">
              <a:rPr lang="nl-NL" smtClean="0"/>
              <a:t>18-9-2026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13F78-5509-4637-B397-C3DEABA5615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513F78-5509-4637-B397-C3DEABA5615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5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29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A921-151D-0DF3-6FAB-E2178B7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8D2CC52-7055-C4F5-9776-62332602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349AC74-CDDA-DD36-1991-DAE35EA6E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ACE3154-DBE9-5AA3-E1EA-0FF8C608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365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F355-1972-2393-BE86-3ED62A5F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949E41C-3A1B-7506-9467-350925154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6DA90D2-1A07-3CDD-DC37-B10D687F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E40117-2FC2-AD64-7A69-257DCDF9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5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444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EF1A-2BFE-FC73-A652-E9365370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E45FAF-A103-FAAB-7970-46F9F5DD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EDCB2AF-C97E-CB13-E1A4-6EFAD0321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BB08B61-6468-52E0-E472-F09207F523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6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6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8E58-CB75-905B-068E-CDD7A9D2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87A6651-9D8C-041E-6221-CB4A80DAA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34D1AC-E4B8-E07C-05B4-D7A415247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26BB5A-DB7F-2C88-876D-A4F0BE83B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7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1924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0BC5-06E4-392E-9044-211CD5CF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A3BA49-0B7A-D781-55F9-636B649C7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F9248E1-2394-BB6E-ACF7-C8BB520C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D28C7A-35E3-D7B6-1A04-5292B9F6D9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956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6EA2-6791-8BA7-3E1D-8AA418416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C2B42AB-3FC6-66F4-EDB9-3794F38C3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6266033-F159-99E4-AB2E-A64BA45BA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271191F-9E85-0AC2-25F8-021F793E6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2248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A8A-A84A-97A5-1457-BC14F74B5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01C7A8D-4AD4-9718-24B4-E3DD7A672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5B00884-682F-ABB0-4450-31B342A5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540CA2C-E628-470B-77EC-A64F9E7DE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74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11D1-111C-2097-AF1B-AC0E2514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3E7C0D-B7FA-4003-29ED-9A68D1D38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D2409FC-30BF-11D2-8F14-E878B41ED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DB7752-4697-5BFC-EE65-CBB78901BE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11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9702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E61E-40DD-9FCB-7415-8004BAD0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4660F3A-AA3B-1B45-807B-E34E346A9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CDDDEC-3085-D7C1-3586-164751189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BC49F77-D952-93CD-01F1-A7374ECB0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863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B703-6763-3A02-0CD1-2AA5E1B1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4C337D0-D3BF-4189-B369-1E9D29587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4911D73-3315-29CE-AA78-CA06D883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B81D25-FC8A-9EA8-7378-54154F5B7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13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46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B845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316829" y="2202312"/>
            <a:ext cx="7912770" cy="2446339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308808" y="4765514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323528" y="4149080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323528" y="36450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323528" y="313627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72526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84C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712995" y="3751911"/>
            <a:ext cx="5383005" cy="1761921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712995" y="5611401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645257" y="4952296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645256" y="453102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645256" y="41241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184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922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476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19613-3326-3B0A-A276-3ECE2A30D20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1457511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E1AA8-430C-925C-4B49-CA9E5538C46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413232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slide" Target="slide4.xml"/><Relationship Id="rId4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3DEFEE-159F-2F13-C617-6B4633392BB4}"/>
              </a:ext>
            </a:extLst>
          </p:cNvPr>
          <p:cNvSpPr txBox="1">
            <a:spLocks/>
          </p:cNvSpPr>
          <p:nvPr/>
        </p:nvSpPr>
        <p:spPr>
          <a:xfrm>
            <a:off x="418880" y="807374"/>
            <a:ext cx="8469088" cy="56794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ts val="225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1800"/>
              </a:lnSpc>
              <a:spcBef>
                <a:spcPts val="0"/>
              </a:spcBef>
              <a:buSzPct val="125000"/>
              <a:buFontTx/>
              <a:buNone/>
              <a:defRPr sz="18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Aft>
                <a:spcPts val="1200"/>
              </a:spcAft>
            </a:pPr>
            <a:endParaRPr lang="en-US" sz="34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AI and shock resilience: </a:t>
            </a: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Indications from euro area economies</a:t>
            </a:r>
            <a:endParaRPr lang="nl-NL" sz="3400" dirty="0"/>
          </a:p>
        </p:txBody>
      </p:sp>
    </p:spTree>
    <p:extLst>
      <p:ext uri="{BB962C8B-B14F-4D97-AF65-F5344CB8AC3E}">
        <p14:creationId xmlns:p14="http://schemas.microsoft.com/office/powerpoint/2010/main" val="28350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Semiconductor super-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seems</a:t>
            </a:r>
            <a:r>
              <a:rPr lang="nl-NL" sz="2400" dirty="0">
                <a:solidFill>
                  <a:schemeClr val="bg1"/>
                </a:solidFill>
              </a:rPr>
              <a:t> immune </a:t>
            </a:r>
            <a:r>
              <a:rPr lang="nl-NL" sz="2400" dirty="0" err="1">
                <a:solidFill>
                  <a:schemeClr val="bg1"/>
                </a:solidFill>
              </a:rPr>
              <a:t>to</a:t>
            </a:r>
            <a:r>
              <a:rPr lang="nl-NL" sz="2400" dirty="0">
                <a:solidFill>
                  <a:schemeClr val="bg1"/>
                </a:solidFill>
              </a:rPr>
              <a:t> shocks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F77E79-9F6B-4517-B974-99DAACE11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5" y="1111359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Strong upward trend in semiconductor market not derailed by global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Does this mean that economies more exposed to ICT-tech (AI) are also more resilient to shocks?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31B433-F3FC-898E-A2C4-1A7649456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22669"/>
            <a:ext cx="5650992" cy="3897624"/>
          </a:xfrm>
          <a:prstGeom prst="rect">
            <a:avLst/>
          </a:prstGeom>
        </p:spPr>
      </p:pic>
      <p:sp>
        <p:nvSpPr>
          <p:cNvPr id="8" name="Tekstvak 3">
            <a:extLst>
              <a:ext uri="{FF2B5EF4-FFF2-40B4-BE49-F238E27FC236}">
                <a16:creationId xmlns:a16="http://schemas.microsoft.com/office/drawing/2014/main" id="{545BE5F7-F057-18CF-DA77-201D8BAEDAF2}"/>
              </a:ext>
            </a:extLst>
          </p:cNvPr>
          <p:cNvSpPr txBox="1"/>
          <p:nvPr/>
        </p:nvSpPr>
        <p:spPr>
          <a:xfrm>
            <a:off x="3767327" y="5639616"/>
            <a:ext cx="53766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Semiconductor stock index (SOX) </a:t>
            </a:r>
            <a:r>
              <a:rPr lang="nl-NL" sz="1200" dirty="0" err="1">
                <a:solidFill>
                  <a:srgbClr val="002060"/>
                </a:solidFill>
              </a:rPr>
              <a:t>relative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STOXX Europe 600.</a:t>
            </a: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Global </a:t>
            </a:r>
            <a:r>
              <a:rPr lang="nl-NL" sz="1200" dirty="0" err="1">
                <a:solidFill>
                  <a:srgbClr val="002060"/>
                </a:solidFill>
              </a:rPr>
              <a:t>uncertainty</a:t>
            </a:r>
            <a:r>
              <a:rPr lang="nl-NL" sz="1200" dirty="0">
                <a:solidFill>
                  <a:srgbClr val="002060"/>
                </a:solidFill>
              </a:rPr>
              <a:t> is princ </a:t>
            </a:r>
            <a:r>
              <a:rPr lang="nl-NL" sz="1200" dirty="0" err="1">
                <a:solidFill>
                  <a:srgbClr val="002060"/>
                </a:solidFill>
              </a:rPr>
              <a:t>comp</a:t>
            </a:r>
            <a:r>
              <a:rPr lang="nl-NL" sz="1200" dirty="0">
                <a:solidFill>
                  <a:srgbClr val="002060"/>
                </a:solidFill>
              </a:rPr>
              <a:t> of EPU, GPR, VIX (</a:t>
            </a:r>
            <a:r>
              <a:rPr lang="nl-NL" sz="1200" dirty="0" err="1">
                <a:solidFill>
                  <a:srgbClr val="002060"/>
                </a:solidFill>
              </a:rPr>
              <a:t>standardised</a:t>
            </a:r>
            <a:r>
              <a:rPr lang="nl-NL" sz="1200" dirty="0">
                <a:solidFill>
                  <a:srgbClr val="002060"/>
                </a:solidFill>
              </a:rPr>
              <a:t>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  <a:hlinkClick r:id="rId4" action="ppaction://hlinksldjump"/>
            </a:endParaRP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short-term </a:t>
            </a:r>
            <a:r>
              <a:rPr lang="nl-NL" sz="1200" dirty="0" err="1">
                <a:solidFill>
                  <a:srgbClr val="002060"/>
                </a:solidFill>
              </a:rPr>
              <a:t>cycle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320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E812-DB4E-6877-6B4B-63CFA22DC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BC7CDFAD-06A8-46EF-4776-25D1116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Empirical approach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415D86D-5542-3552-758F-1923FC3E3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3" y="803135"/>
            <a:ext cx="7781804" cy="567943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Data for 10 euro area countries, 2011-2025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GDP growth surprises linked to variables for ICT/AI-related activity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Unconditional bivariate tests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Panel regressions (logit model)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2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AI-related exposure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3D8D65-3E89-7468-E586-D814DD2B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2" y="803135"/>
            <a:ext cx="8440171" cy="567943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Structural channel </a:t>
            </a: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private investment</a:t>
            </a: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ICT/AI-investment can improve shock resilience by enhancing firms’ flexibility, information processing and supply chain management </a:t>
            </a:r>
            <a:r>
              <a:rPr lang="en-US" sz="18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(Moujahid et al., 2025)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digital investment by corporations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equity investments in AI firms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Cyclical channel </a:t>
            </a: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international trade and stock market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Exposure to global semiconductor cycle comes with positive trade effects from AI-related global activity </a:t>
            </a:r>
            <a:r>
              <a:rPr lang="en-US" sz="18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(ECB, 2026)</a:t>
            </a:r>
            <a:endParaRPr lang="nl-NL" sz="18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exports of ICT/AI-related products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correlation national stock index with SOX index</a:t>
            </a:r>
            <a:endParaRPr lang="en-US" sz="23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D067C04-83DA-B764-8F1B-3A65D2BB4049}"/>
              </a:ext>
            </a:extLst>
          </p:cNvPr>
          <p:cNvSpPr txBox="1"/>
          <p:nvPr/>
        </p:nvSpPr>
        <p:spPr>
          <a:xfrm>
            <a:off x="7461505" y="5747088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CA3656D4-EE51-EF04-3E51-2AD8DB9C0964}"/>
              </a:ext>
            </a:extLst>
          </p:cNvPr>
          <p:cNvSpPr txBox="1"/>
          <p:nvPr/>
        </p:nvSpPr>
        <p:spPr>
          <a:xfrm>
            <a:off x="5358385" y="2992436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08D8-0F6C-FBDD-656B-B2A73E65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A485C-F246-D226-E4A1-7AA88455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Shock </a:t>
            </a:r>
            <a:r>
              <a:rPr lang="nl-NL" sz="2400" dirty="0" err="1">
                <a:solidFill>
                  <a:schemeClr val="bg1"/>
                </a:solidFill>
              </a:rPr>
              <a:t>resilience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7D4710-9ED0-97A7-CD0B-BD25DA4B7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5" y="1321671"/>
            <a:ext cx="2962657" cy="498992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Resilience </a:t>
            </a: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tendency of economy to bounce back from negative shocks </a:t>
            </a:r>
            <a:r>
              <a:rPr lang="en-US" sz="18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(Eichengreen et al., 2024) 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Proxied by positive GDP growth surprises </a:t>
            </a:r>
            <a:r>
              <a:rPr lang="en-US" sz="18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(based on EC bi-annual forecasts 2011-25, 10 EA countries)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33DCD29-1BC1-E6E9-61D7-A3B8C24AFEC7}"/>
              </a:ext>
            </a:extLst>
          </p:cNvPr>
          <p:cNvSpPr txBox="1"/>
          <p:nvPr/>
        </p:nvSpPr>
        <p:spPr>
          <a:xfrm>
            <a:off x="3982421" y="5677421"/>
            <a:ext cx="494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noProof="1">
                <a:solidFill>
                  <a:srgbClr val="002060"/>
                </a:solidFill>
              </a:rPr>
              <a:t>Based on European Commission Spring and Autumn forecasts of GDP growth. Surprise = realised GDP growth minus forecast (all years in 2011-2025, 548 obs) and 2020, 2022, 2025 (shock years, 120 obs).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4A734-3F15-AF48-C076-C8D21D213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39" y="2122170"/>
            <a:ext cx="5112813" cy="3254502"/>
          </a:xfrm>
          <a:prstGeom prst="rect">
            <a:avLst/>
          </a:prstGeom>
        </p:spPr>
      </p:pic>
      <p:sp>
        <p:nvSpPr>
          <p:cNvPr id="5" name="Tekstvak 3">
            <a:extLst>
              <a:ext uri="{FF2B5EF4-FFF2-40B4-BE49-F238E27FC236}">
                <a16:creationId xmlns:a16="http://schemas.microsoft.com/office/drawing/2014/main" id="{D0123357-EEBB-CDB1-0C16-42033D94D66A}"/>
              </a:ext>
            </a:extLst>
          </p:cNvPr>
          <p:cNvSpPr txBox="1"/>
          <p:nvPr/>
        </p:nvSpPr>
        <p:spPr>
          <a:xfrm>
            <a:off x="3986782" y="1482867"/>
            <a:ext cx="5157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Positive growth surprises </a:t>
            </a:r>
            <a:r>
              <a:rPr lang="nl-NL" sz="1600" dirty="0">
                <a:solidFill>
                  <a:srgbClr val="002060"/>
                </a:solidFill>
              </a:rPr>
              <a:t>(% of EC forecasts)</a:t>
            </a:r>
          </a:p>
        </p:txBody>
      </p:sp>
    </p:spTree>
    <p:extLst>
      <p:ext uri="{BB962C8B-B14F-4D97-AF65-F5344CB8AC3E}">
        <p14:creationId xmlns:p14="http://schemas.microsoft.com/office/powerpoint/2010/main" val="4129420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2ECBB-8EBB-9B82-F87E-88F96C939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1448F-E6B0-C8D8-CC16-0AFD8961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3E110F-8AEE-A02C-2032-1F07DE944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136" y="956753"/>
            <a:ext cx="3383281" cy="4989922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High ICT/AI-investm associated with more positive growth surprises in normal years than in shock years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… advantage of digitalization washed out by common shock component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1800" dirty="0">
                <a:solidFill>
                  <a:schemeClr val="accent1">
                    <a:lumMod val="50000"/>
                  </a:schemeClr>
                </a:solidFill>
              </a:rPr>
              <a:t>High </a:t>
            </a:r>
            <a:r>
              <a:rPr lang="nl-NL" sz="1800" dirty="0" err="1">
                <a:solidFill>
                  <a:schemeClr val="accent1">
                    <a:lumMod val="50000"/>
                  </a:schemeClr>
                </a:solidFill>
              </a:rPr>
              <a:t>equity</a:t>
            </a:r>
            <a:r>
              <a:rPr lang="nl-NL" sz="1800" dirty="0">
                <a:solidFill>
                  <a:schemeClr val="accent1">
                    <a:lumMod val="50000"/>
                  </a:schemeClr>
                </a:solidFill>
              </a:rPr>
              <a:t> AI </a:t>
            </a:r>
            <a:r>
              <a:rPr lang="nl-NL" sz="1800" dirty="0" err="1">
                <a:solidFill>
                  <a:schemeClr val="accent1">
                    <a:lumMod val="50000"/>
                  </a:schemeClr>
                </a:solidFill>
              </a:rPr>
              <a:t>invest</a:t>
            </a:r>
            <a:r>
              <a:rPr lang="nl-NL" sz="18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accent1">
                    <a:lumMod val="50000"/>
                  </a:schemeClr>
                </a:solidFill>
              </a:rPr>
              <a:t>seem to be a relative disadvantage in stress periods (maybe creating higher sensitivity to shocks)</a:t>
            </a: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873792AB-3A5F-9374-1FE8-71A49B10A05F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ICT/AI-investment ratio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0EEE5C01-F407-B286-8291-7A84B3BBB14E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investment on positive growth surprises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7F3FA9-013F-F0A8-95C8-DBD688C37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387268"/>
            <a:ext cx="4014216" cy="2117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25CD59-D632-9630-3CAD-3BDC8155E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374" y="3504405"/>
            <a:ext cx="4088978" cy="221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101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4241-2444-F196-D04C-6270141B1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1D165-50E0-8F1E-E2D5-7D57D4E9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9708F7-32AE-5645-3159-CE1174AB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" y="1125724"/>
            <a:ext cx="3127249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Countries with higher tech-exports benefit disproportionately during shocks…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…  suggesting ICT/AI global demand is countercyclical or accelerated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8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Stock market correlation with chip sector does not make a difference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AEE2C5DE-2B6A-1A21-C169-797AC72B8FC2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ICT/AI-exposure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z-test).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64CF75E5-0A93-A50A-135C-BD487E25C478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trade and stock market exposure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3E89F4-0265-ABF8-064D-EE79C4DCA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65" y="1292833"/>
            <a:ext cx="3985397" cy="21049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1404D6-F9AD-BB52-B168-06741BAA0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397824"/>
            <a:ext cx="3959350" cy="217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4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05F1A-4F52-7C0A-8747-26D5AD94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79E6971-F8C1-CE73-F846-F4CD2F9B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Model outcomes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B853D72-57E4-54DF-F916-E87E4C65C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566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D0D6-1CFA-E426-08B0-AF5055AC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EDEA4FF-77B4-1210-0800-2B8BF9AA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FBED4CC-73CB-5E21-890E-866BC0B3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62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139-22FF-EBBF-773A-91572EAD0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98F2D218-3382-A4F9-611C-8C2FC2F04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Background slides</a:t>
            </a:r>
          </a:p>
        </p:txBody>
      </p:sp>
    </p:spTree>
    <p:extLst>
      <p:ext uri="{BB962C8B-B14F-4D97-AF65-F5344CB8AC3E}">
        <p14:creationId xmlns:p14="http://schemas.microsoft.com/office/powerpoint/2010/main" val="3666342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FEDE-A68E-263C-78AD-8A94B89C1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DE4CC-1235-6A5B-5226-EACB34CD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Wild swings in semiconductor short-term 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8422D5-2452-DB5E-9929-FF6B42FB6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3" y="935391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Short-term semiconductor cycle more volatile than traditional stocks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F8831F86-71DE-C3FE-B109-F7E9B5952F04}"/>
              </a:ext>
            </a:extLst>
          </p:cNvPr>
          <p:cNvSpPr txBox="1"/>
          <p:nvPr/>
        </p:nvSpPr>
        <p:spPr>
          <a:xfrm>
            <a:off x="3790386" y="5833124"/>
            <a:ext cx="520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log return of STOXX Europe 600 and Semiconductor stock index (SOX). </a:t>
            </a: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A85948-69E3-BFEE-81F1-A1C9C4ED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9" y="1533014"/>
            <a:ext cx="5458968" cy="351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96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E651E-039A-5D85-5C26-C3731B5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671E-1B58-DEFA-8900-436B363D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1C63CC4-9F1C-6D6D-9FEF-9D04021E36EE}"/>
              </a:ext>
            </a:extLst>
          </p:cNvPr>
          <p:cNvSpPr txBox="1"/>
          <p:nvPr/>
        </p:nvSpPr>
        <p:spPr>
          <a:xfrm>
            <a:off x="4820687" y="537145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Number of </a:t>
            </a:r>
            <a:r>
              <a:rPr lang="nl-NL" sz="1200" dirty="0" err="1">
                <a:solidFill>
                  <a:srgbClr val="002060"/>
                </a:solidFill>
              </a:rPr>
              <a:t>incoming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equity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investments</a:t>
            </a:r>
            <a:r>
              <a:rPr lang="nl-NL" sz="1200" dirty="0">
                <a:solidFill>
                  <a:srgbClr val="002060"/>
                </a:solidFill>
              </a:rPr>
              <a:t> in AI fields, </a:t>
            </a:r>
            <a:r>
              <a:rPr lang="nl-NL" sz="1200" dirty="0" err="1">
                <a:solidFill>
                  <a:srgbClr val="002060"/>
                </a:solidFill>
              </a:rPr>
              <a:t>scaled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by</a:t>
            </a:r>
            <a:r>
              <a:rPr lang="nl-NL" sz="1200" dirty="0">
                <a:solidFill>
                  <a:srgbClr val="002060"/>
                </a:solidFill>
              </a:rPr>
              <a:t> GDP.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2015-2025 (Source: </a:t>
            </a:r>
            <a:r>
              <a:rPr lang="en-US" sz="1200" dirty="0">
                <a:solidFill>
                  <a:srgbClr val="002060"/>
                </a:solidFill>
              </a:rPr>
              <a:t>ETO's CAT (Country Activity Tracker)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67D2D-8767-2D3D-DB1A-994B3984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999" y="1728216"/>
            <a:ext cx="4335697" cy="3203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BFB74-B0F9-69A1-8D0B-9ADBEF25B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0" y="1668620"/>
            <a:ext cx="4404742" cy="3372459"/>
          </a:xfrm>
          <a:prstGeom prst="rect">
            <a:avLst/>
          </a:prstGeom>
        </p:spPr>
      </p:pic>
      <p:sp>
        <p:nvSpPr>
          <p:cNvPr id="11" name="Tekstvak 3">
            <a:extLst>
              <a:ext uri="{FF2B5EF4-FFF2-40B4-BE49-F238E27FC236}">
                <a16:creationId xmlns:a16="http://schemas.microsoft.com/office/drawing/2014/main" id="{7D1FCEE6-8AAC-959D-A8E8-B4CF4C9F0122}"/>
              </a:ext>
            </a:extLst>
          </p:cNvPr>
          <p:cNvSpPr txBox="1"/>
          <p:nvPr/>
        </p:nvSpPr>
        <p:spPr>
          <a:xfrm>
            <a:off x="235946" y="5371457"/>
            <a:ext cx="408736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investment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GFCF</a:t>
            </a:r>
          </a:p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 Product </a:t>
            </a:r>
            <a:r>
              <a:rPr lang="nl-NL" sz="1200" dirty="0" err="1">
                <a:solidFill>
                  <a:srgbClr val="002060"/>
                </a:solidFill>
              </a:rPr>
              <a:t>groups</a:t>
            </a:r>
            <a:r>
              <a:rPr lang="nl-NL" sz="1200" dirty="0">
                <a:solidFill>
                  <a:srgbClr val="002060"/>
                </a:solidFill>
              </a:rPr>
              <a:t>: </a:t>
            </a:r>
            <a:r>
              <a:rPr lang="pt-BR" sz="1200" dirty="0">
                <a:solidFill>
                  <a:srgbClr val="002060"/>
                </a:solidFill>
              </a:rPr>
              <a:t>N1132G,</a:t>
            </a:r>
          </a:p>
          <a:p>
            <a:pPr>
              <a:defRPr/>
            </a:pPr>
            <a:r>
              <a:rPr lang="pt-BR" sz="1200" dirty="0">
                <a:solidFill>
                  <a:srgbClr val="002060"/>
                </a:solidFill>
              </a:rPr>
              <a:t>N1173G, N112G_secJ, N117G_secJ, N1173G_secJ (source: Eurostat).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338A2D59-53C8-50EE-C6F5-E44B1EC58C7B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5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0A3C609-6383-27DE-510C-C64F4B0DBC92}"/>
              </a:ext>
            </a:extLst>
          </p:cNvPr>
          <p:cNvSpPr txBox="1"/>
          <p:nvPr/>
        </p:nvSpPr>
        <p:spPr>
          <a:xfrm>
            <a:off x="5181412" y="975170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Number of equity invetsments in AI fields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0AC6B175-D1D2-F0DB-D461-D0CAED9EE46F}"/>
              </a:ext>
            </a:extLst>
          </p:cNvPr>
          <p:cNvSpPr txBox="1"/>
          <p:nvPr/>
        </p:nvSpPr>
        <p:spPr>
          <a:xfrm>
            <a:off x="596671" y="1098280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 investment ratio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33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C947-4B1F-5814-B5F0-19183D09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C9CA68-4F8B-00E1-9EA9-77192F3ED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0677632A-56D3-3DDB-C434-EB0FC24E2732}"/>
              </a:ext>
            </a:extLst>
          </p:cNvPr>
          <p:cNvSpPr txBox="1"/>
          <p:nvPr/>
        </p:nvSpPr>
        <p:spPr>
          <a:xfrm>
            <a:off x="4902230" y="505141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Rolling </a:t>
            </a:r>
            <a:r>
              <a:rPr lang="nl-NL" sz="1200" dirty="0" err="1">
                <a:solidFill>
                  <a:srgbClr val="002060"/>
                </a:solidFill>
              </a:rPr>
              <a:t>correlation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between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national</a:t>
            </a:r>
            <a:r>
              <a:rPr lang="nl-NL" sz="1200" dirty="0">
                <a:solidFill>
                  <a:srgbClr val="002060"/>
                </a:solidFill>
              </a:rPr>
              <a:t> stock index and SOX index (8 </a:t>
            </a:r>
            <a:r>
              <a:rPr lang="nl-NL" sz="1200" dirty="0" err="1">
                <a:solidFill>
                  <a:srgbClr val="002060"/>
                </a:solidFill>
              </a:rPr>
              <a:t>quarters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window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  <a:r>
              <a:rPr lang="nl-NL" sz="1200" dirty="0" err="1">
                <a:solidFill>
                  <a:srgbClr val="002060"/>
                </a:solidFill>
              </a:rPr>
              <a:t>Quarterly</a:t>
            </a:r>
            <a:r>
              <a:rPr lang="nl-NL" sz="1200" dirty="0">
                <a:solidFill>
                  <a:srgbClr val="002060"/>
                </a:solidFill>
              </a:rPr>
              <a:t> data 2000Q1-2026Q2 (Source: Yahoo Finance)</a:t>
            </a:r>
          </a:p>
        </p:txBody>
      </p:sp>
      <p:sp>
        <p:nvSpPr>
          <p:cNvPr id="11" name="Tekstvak 3">
            <a:extLst>
              <a:ext uri="{FF2B5EF4-FFF2-40B4-BE49-F238E27FC236}">
                <a16:creationId xmlns:a16="http://schemas.microsoft.com/office/drawing/2014/main" id="{D6974398-2614-1310-0782-A3E80B13A2FD}"/>
              </a:ext>
            </a:extLst>
          </p:cNvPr>
          <p:cNvSpPr txBox="1"/>
          <p:nvPr/>
        </p:nvSpPr>
        <p:spPr>
          <a:xfrm>
            <a:off x="207037" y="5051417"/>
            <a:ext cx="4087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exports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goods</a:t>
            </a:r>
            <a:r>
              <a:rPr lang="nl-NL" sz="1200" dirty="0">
                <a:solidFill>
                  <a:srgbClr val="002060"/>
                </a:solidFill>
              </a:rPr>
              <a:t> exports,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</a:t>
            </a:r>
          </a:p>
          <a:p>
            <a:pPr>
              <a:defRPr/>
            </a:pPr>
            <a:r>
              <a:rPr lang="en-US" sz="1200" dirty="0">
                <a:solidFill>
                  <a:srgbClr val="002060"/>
                </a:solidFill>
              </a:rPr>
              <a:t>Products groups: HS 8471.50, HS 8471.80, HS 8473.30, HS 8486.10, HS 8486.20, HS 8486.30, HS 8486.40, HS 8486.90 </a:t>
            </a:r>
            <a:r>
              <a:rPr lang="pt-BR" sz="1200" dirty="0">
                <a:solidFill>
                  <a:srgbClr val="002060"/>
                </a:solidFill>
              </a:rPr>
              <a:t>(source: OECD).</a:t>
            </a:r>
            <a:endParaRPr lang="en-US" sz="1200" dirty="0">
              <a:solidFill>
                <a:srgbClr val="002060"/>
              </a:solidFill>
            </a:endParaRP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4329BB17-F16F-495E-1F2E-C473B8ADC642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B511F9-EA27-E187-9227-1EF502D06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37" y="1737360"/>
            <a:ext cx="4227362" cy="3026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52BB6B-84D3-1A02-4BE3-8EAA21B12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30" y="1737360"/>
            <a:ext cx="3949219" cy="3200400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2ACDE40-4CF9-25D5-B152-CDE514C54D15}"/>
              </a:ext>
            </a:extLst>
          </p:cNvPr>
          <p:cNvSpPr txBox="1"/>
          <p:nvPr/>
        </p:nvSpPr>
        <p:spPr>
          <a:xfrm>
            <a:off x="5013517" y="921978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Correlation national stock index and SOX index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12" name="Tekstvak 3">
            <a:extLst>
              <a:ext uri="{FF2B5EF4-FFF2-40B4-BE49-F238E27FC236}">
                <a16:creationId xmlns:a16="http://schemas.microsoft.com/office/drawing/2014/main" id="{37AFEB65-C677-E635-F153-64D4EC70C109}"/>
              </a:ext>
            </a:extLst>
          </p:cNvPr>
          <p:cNvSpPr txBox="1"/>
          <p:nvPr/>
        </p:nvSpPr>
        <p:spPr>
          <a:xfrm>
            <a:off x="567762" y="978295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ICT/AI-related export share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43824"/>
      </p:ext>
    </p:extLst>
  </p:cSld>
  <p:clrMapOvr>
    <a:masterClrMapping/>
  </p:clrMapOvr>
</p:sld>
</file>

<file path=ppt/theme/theme1.xml><?xml version="1.0" encoding="utf-8"?>
<a:theme xmlns:a="http://schemas.openxmlformats.org/drawingml/2006/main" name="1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2.xml><?xml version="1.0" encoding="utf-8"?>
<a:theme xmlns:a="http://schemas.openxmlformats.org/drawingml/2006/main" name="3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ddf9560-f40a-4faa-b693-65e98d55b544}" enabled="1" method="Privileged" siteId="{9ecbd628-0072-405d-8567-32c6750b0d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LichteAchtergrond4x3</Template>
  <TotalTime>1335</TotalTime>
  <Words>761</Words>
  <Application>Microsoft Office PowerPoint</Application>
  <PresentationFormat>On-screen Show (4:3)</PresentationFormat>
  <Paragraphs>86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Verdana</vt:lpstr>
      <vt:lpstr>Wingdings</vt:lpstr>
      <vt:lpstr>1_LichteAchtergrond4x3</vt:lpstr>
      <vt:lpstr>3_LichteAchtergrond4x3</vt:lpstr>
      <vt:lpstr>PowerPoint Presentation</vt:lpstr>
      <vt:lpstr>Semiconductor super-cycle seems immune to shocks</vt:lpstr>
      <vt:lpstr>Empirical approach</vt:lpstr>
      <vt:lpstr>AI-related exposure</vt:lpstr>
      <vt:lpstr>Shock resilience</vt:lpstr>
      <vt:lpstr>AI-related investment</vt:lpstr>
      <vt:lpstr>AI-related trade and stock market exposure</vt:lpstr>
      <vt:lpstr>Model outcomes</vt:lpstr>
      <vt:lpstr>Conclusion</vt:lpstr>
      <vt:lpstr>Background slides</vt:lpstr>
      <vt:lpstr>Wild swings in semiconductor short-term cycle</vt:lpstr>
      <vt:lpstr>AI-related investment</vt:lpstr>
      <vt:lpstr>AI-related trade and stock market exposure</vt:lpstr>
    </vt:vector>
  </TitlesOfParts>
  <Company>De Nederlandsche Bank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g.e.hebbink@dnb.nl</dc:creator>
  <dc:description/>
  <cp:lastModifiedBy>Jan Willem van den End (EBO_CMA)</cp:lastModifiedBy>
  <cp:revision>2</cp:revision>
  <cp:lastPrinted>2021-12-14T08:32:52Z</cp:lastPrinted>
  <dcterms:created xsi:type="dcterms:W3CDTF">2015-06-01T11:18:20Z</dcterms:created>
  <dcterms:modified xsi:type="dcterms:W3CDTF">2026-09-18T13:20:27Z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LichteAchtergrond4x3:5\1_LichteAchtergrond4x3:5\3_LichteAchtergrond4x3:5</vt:lpwstr>
  </property>
  <property fmtid="{D5CDD505-2E9C-101B-9397-08002B2CF9AE}" pid="3" name="ClassificationContentMarkingHeaderText">
    <vt:lpwstr>| DNB PUBLIC |</vt:lpwstr>
  </property>
</Properties>
</file>