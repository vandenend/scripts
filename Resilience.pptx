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1" dt="2026-09-29T12:11:50.639"/>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9T12:13:14.932" v="5699" actId="20577"/>
      <pc:docMkLst>
        <pc:docMk/>
      </pc:docMkLst>
      <pc:sldChg chg="delSp modSp mod">
        <pc:chgData name="Jan Willem van den End (EBO_CMA)" userId="32ade95a-e024-4672-952f-5ed8641a9e00" providerId="ADAL" clId="{3BBBE02E-ACD4-4586-9407-5E79BF620DF1}" dt="2026-09-25T10:40:23.376" v="5236" actId="478"/>
        <pc:sldMkLst>
          <pc:docMk/>
          <pc:sldMk cId="3588697" sldId="657"/>
        </pc:sldMkLst>
        <pc:spChg chg="mod">
          <ac:chgData name="Jan Willem van den End (EBO_CMA)" userId="32ade95a-e024-4672-952f-5ed8641a9e00" providerId="ADAL" clId="{3BBBE02E-ACD4-4586-9407-5E79BF620DF1}" dt="2026-09-25T09:20:04.427" v="4575"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5T11:36:40.711" v="5518" actId="20577"/>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5T10:08:15.766" v="5076" actId="1035"/>
          <ac:picMkLst>
            <pc:docMk/>
            <pc:sldMk cId="2428101549" sldId="784"/>
            <ac:picMk id="10" creationId="{FC7B6F34-37FE-D63D-7B8B-54AB0BA70756}"/>
          </ac:picMkLst>
        </pc:picChg>
        <pc:picChg chg="mod">
          <ac:chgData name="Jan Willem van den End (EBO_CMA)" userId="32ade95a-e024-4672-952f-5ed8641a9e00" providerId="ADAL" clId="{3BBBE02E-ACD4-4586-9407-5E79BF620DF1}" dt="2026-09-25T10:08:15.766" v="5076" actId="1035"/>
          <ac:picMkLst>
            <pc:docMk/>
            <pc:sldMk cId="2428101549" sldId="784"/>
            <ac:picMk id="11" creationId="{9865C647-8D5F-98A1-58E5-AEFAF3242ABD}"/>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5T10:43:33.513" v="5406" actId="20577"/>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pc:chgData name="Jan Willem van den End (EBO_CMA)" userId="32ade95a-e024-4672-952f-5ed8641a9e00" providerId="ADAL" clId="{3BBBE02E-ACD4-4586-9407-5E79BF620DF1}" dt="2026-09-25T11:36:54.569" v="5519"/>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5T10:11:22.362" v="5083" actId="1035"/>
          <ac:picMkLst>
            <pc:docMk/>
            <pc:sldMk cId="2304846322" sldId="792"/>
            <ac:picMk id="10" creationId="{8ED05194-3FC9-0803-C7D5-C61C218BC7C9}"/>
          </ac:picMkLst>
        </pc:picChg>
        <pc:picChg chg="mod">
          <ac:chgData name="Jan Willem van den End (EBO_CMA)" userId="32ade95a-e024-4672-952f-5ed8641a9e00" providerId="ADAL" clId="{3BBBE02E-ACD4-4586-9407-5E79BF620DF1}" dt="2026-09-25T10:10:42.326" v="5080" actId="14100"/>
          <ac:picMkLst>
            <pc:docMk/>
            <pc:sldMk cId="2304846322" sldId="792"/>
            <ac:picMk id="11" creationId="{F62A9DDD-9890-E970-E360-5F7C952A0047}"/>
          </ac:picMkLst>
        </pc:picChg>
      </pc:sldChg>
      <pc:sldChg chg="modSp mod modNotesTx">
        <pc:chgData name="Jan Willem van den End (EBO_CMA)" userId="32ade95a-e024-4672-952f-5ed8641a9e00" providerId="ADAL" clId="{3BBBE02E-ACD4-4586-9407-5E79BF620DF1}" dt="2026-09-23T12:20:25.834" v="4079" actId="20577"/>
        <pc:sldMkLst>
          <pc:docMk/>
          <pc:sldMk cId="515665883" sldId="793"/>
        </pc:sldMkLst>
        <pc:spChg chg="mod">
          <ac:chgData name="Jan Willem van den End (EBO_CMA)" userId="32ade95a-e024-4672-952f-5ed8641a9e00" providerId="ADAL" clId="{3BBBE02E-ACD4-4586-9407-5E79BF620DF1}" dt="2026-09-23T12:20:25.834" v="4079"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5T10:20:09.252" v="5088" actId="6549"/>
        <pc:sldMkLst>
          <pc:docMk/>
          <pc:sldMk cId="240743824" sldId="794"/>
        </pc:sldMkLst>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9T12:12:08.434" v="5626" actId="1076"/>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9T12:06:55.697" v="5618"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09-29T12:12:08.434" v="5626" actId="1076"/>
          <ac:picMkLst>
            <pc:docMk/>
            <pc:sldMk cId="909146083" sldId="796"/>
            <ac:picMk id="3" creationId="{6492589E-33A7-C5CD-04E6-4BE9402B49C5}"/>
          </ac:picMkLst>
        </pc:picChg>
        <pc:picChg chg="del mod">
          <ac:chgData name="Jan Willem van den End (EBO_CMA)" userId="32ade95a-e024-4672-952f-5ed8641a9e00" providerId="ADAL" clId="{3BBBE02E-ACD4-4586-9407-5E79BF620DF1}" dt="2026-09-29T12:11:44.654" v="5619" actId="478"/>
          <ac:picMkLst>
            <pc:docMk/>
            <pc:sldMk cId="909146083" sldId="796"/>
            <ac:picMk id="10" creationId="{C9A895D5-4DBA-4775-3A49-739C761362E5}"/>
          </ac:picMkLst>
        </pc:picChg>
      </pc:sldChg>
      <pc:sldChg chg="modSp add mod modNotesTx">
        <pc:chgData name="Jan Willem van den End (EBO_CMA)" userId="32ade95a-e024-4672-952f-5ed8641a9e00" providerId="ADAL" clId="{3BBBE02E-ACD4-4586-9407-5E79BF620DF1}" dt="2026-09-29T12:13:14.932" v="5699" actId="20577"/>
        <pc:sldMkLst>
          <pc:docMk/>
          <pc:sldMk cId="341592472" sldId="797"/>
        </pc:sldMkLst>
        <pc:spChg chg="mod">
          <ac:chgData name="Jan Willem van den End (EBO_CMA)" userId="32ade95a-e024-4672-952f-5ed8641a9e00" providerId="ADAL" clId="{3BBBE02E-ACD4-4586-9407-5E79BF620DF1}" dt="2026-09-29T12:13:14.932" v="5699" actId="20577"/>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29-9-2026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29-9-2026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324482" y="775703"/>
            <a:ext cx="8645782"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10" name="Picture 9">
            <a:extLst>
              <a:ext uri="{FF2B5EF4-FFF2-40B4-BE49-F238E27FC236}">
                <a16:creationId xmlns:a16="http://schemas.microsoft.com/office/drawing/2014/main" id="{FC7B6F34-37FE-D63D-7B8B-54AB0BA70756}"/>
              </a:ext>
            </a:extLst>
          </p:cNvPr>
          <p:cNvPicPr>
            <a:picLocks noChangeAspect="1"/>
          </p:cNvPicPr>
          <p:nvPr/>
        </p:nvPicPr>
        <p:blipFill>
          <a:blip r:embed="rId3"/>
          <a:stretch>
            <a:fillRect/>
          </a:stretch>
        </p:blipFill>
        <p:spPr>
          <a:xfrm>
            <a:off x="4686994" y="1251821"/>
            <a:ext cx="3962400" cy="2144429"/>
          </a:xfrm>
          <a:prstGeom prst="rect">
            <a:avLst/>
          </a:prstGeom>
        </p:spPr>
      </p:pic>
      <p:pic>
        <p:nvPicPr>
          <p:cNvPr id="11" name="Picture 10">
            <a:extLst>
              <a:ext uri="{FF2B5EF4-FFF2-40B4-BE49-F238E27FC236}">
                <a16:creationId xmlns:a16="http://schemas.microsoft.com/office/drawing/2014/main" id="{9865C647-8D5F-98A1-58E5-AEFAF3242ABD}"/>
              </a:ext>
            </a:extLst>
          </p:cNvPr>
          <p:cNvPicPr>
            <a:picLocks noChangeAspect="1"/>
          </p:cNvPicPr>
          <p:nvPr/>
        </p:nvPicPr>
        <p:blipFill>
          <a:blip r:embed="rId4"/>
          <a:stretch>
            <a:fillRect/>
          </a:stretch>
        </p:blipFill>
        <p:spPr>
          <a:xfrm>
            <a:off x="4686994" y="3453794"/>
            <a:ext cx="3962400" cy="2144429"/>
          </a:xfrm>
          <a:prstGeom prst="rect">
            <a:avLst/>
          </a:prstGeom>
        </p:spPr>
      </p:pic>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10" name="Picture 9">
            <a:extLst>
              <a:ext uri="{FF2B5EF4-FFF2-40B4-BE49-F238E27FC236}">
                <a16:creationId xmlns:a16="http://schemas.microsoft.com/office/drawing/2014/main" id="{8ED05194-3FC9-0803-C7D5-C61C218BC7C9}"/>
              </a:ext>
            </a:extLst>
          </p:cNvPr>
          <p:cNvPicPr>
            <a:picLocks noChangeAspect="1"/>
          </p:cNvPicPr>
          <p:nvPr/>
        </p:nvPicPr>
        <p:blipFill>
          <a:blip r:embed="rId3"/>
          <a:stretch>
            <a:fillRect/>
          </a:stretch>
        </p:blipFill>
        <p:spPr>
          <a:xfrm>
            <a:off x="4673972" y="1230853"/>
            <a:ext cx="3962400" cy="2271299"/>
          </a:xfrm>
          <a:prstGeom prst="rect">
            <a:avLst/>
          </a:prstGeom>
        </p:spPr>
      </p:pic>
      <p:pic>
        <p:nvPicPr>
          <p:cNvPr id="11" name="Picture 10">
            <a:extLst>
              <a:ext uri="{FF2B5EF4-FFF2-40B4-BE49-F238E27FC236}">
                <a16:creationId xmlns:a16="http://schemas.microsoft.com/office/drawing/2014/main" id="{F62A9DDD-9890-E970-E360-5F7C952A0047}"/>
              </a:ext>
            </a:extLst>
          </p:cNvPr>
          <p:cNvPicPr>
            <a:picLocks noChangeAspect="1"/>
          </p:cNvPicPr>
          <p:nvPr/>
        </p:nvPicPr>
        <p:blipFill>
          <a:blip r:embed="rId4"/>
          <a:stretch>
            <a:fillRect/>
          </a:stretch>
        </p:blipFill>
        <p:spPr>
          <a:xfrm>
            <a:off x="4685470" y="3429000"/>
            <a:ext cx="3962400" cy="216157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variables we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and a measure for trade openness (source Worldbank).</a:t>
            </a:r>
            <a:endParaRPr lang="nl-NL" sz="1100" noProof="1">
              <a:solidFill>
                <a:srgbClr val="002060"/>
              </a:solidFill>
            </a:endParaRPr>
          </a:p>
        </p:txBody>
      </p:sp>
      <p:pic>
        <p:nvPicPr>
          <p:cNvPr id="3" name="Picture 2">
            <a:extLst>
              <a:ext uri="{FF2B5EF4-FFF2-40B4-BE49-F238E27FC236}">
                <a16:creationId xmlns:a16="http://schemas.microsoft.com/office/drawing/2014/main" id="{6492589E-33A7-C5CD-04E6-4BE9402B49C5}"/>
              </a:ext>
            </a:extLst>
          </p:cNvPr>
          <p:cNvPicPr>
            <a:picLocks noChangeAspect="1"/>
          </p:cNvPicPr>
          <p:nvPr/>
        </p:nvPicPr>
        <p:blipFill>
          <a:blip r:embed="rId4"/>
          <a:stretch>
            <a:fillRect/>
          </a:stretch>
        </p:blipFill>
        <p:spPr>
          <a:xfrm>
            <a:off x="222636" y="2329223"/>
            <a:ext cx="8698728" cy="247058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correlation variable (to do)</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1993</TotalTime>
  <Words>1378</Words>
  <Application>Microsoft Office PowerPoint</Application>
  <PresentationFormat>On-screen Show (4:3)</PresentationFormat>
  <Paragraphs>121</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2026-09-29T12:13:23Z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