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110" dt="2026-09-25T10:23:54.872"/>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1180" y="5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pc:chgData name="Jan Willem van den End (EBO_CMA)" userId="32ade95a-e024-4672-952f-5ed8641a9e00" providerId="ADAL" clId="{3BBBE02E-ACD4-4586-9407-5E79BF620DF1}" dt="2026-09-25T10:24:26.604" v="5203" actId="20577"/>
      <pc:docMkLst>
        <pc:docMk/>
      </pc:docMkLst>
      <pc:sldChg chg="modSp mod">
        <pc:chgData name="Jan Willem van den End (EBO_CMA)" userId="32ade95a-e024-4672-952f-5ed8641a9e00" providerId="ADAL" clId="{3BBBE02E-ACD4-4586-9407-5E79BF620DF1}" dt="2026-09-25T09:20:04.427" v="4575" actId="1076"/>
        <pc:sldMkLst>
          <pc:docMk/>
          <pc:sldMk cId="3588697" sldId="657"/>
        </pc:sldMkLst>
        <pc:spChg chg="mod">
          <ac:chgData name="Jan Willem van den End (EBO_CMA)" userId="32ade95a-e024-4672-952f-5ed8641a9e00" providerId="ADAL" clId="{3BBBE02E-ACD4-4586-9407-5E79BF620DF1}" dt="2026-09-25T09:20:04.427" v="4575" actId="1076"/>
          <ac:spMkLst>
            <pc:docMk/>
            <pc:sldMk cId="3588697" sldId="657"/>
            <ac:spMk id="2" creationId="{8F3D8D65-3E89-7468-E586-D814DD2BD102}"/>
          </ac:spMkLst>
        </pc:spChg>
        <pc:spChg chg="mod">
          <ac:chgData name="Jan Willem van den End (EBO_CMA)" userId="32ade95a-e024-4672-952f-5ed8641a9e00" providerId="ADAL" clId="{3BBBE02E-ACD4-4586-9407-5E79BF620DF1}" dt="2026-09-25T09:12:43.530" v="4544" actId="1035"/>
          <ac:spMkLst>
            <pc:docMk/>
            <pc:sldMk cId="3588697" sldId="657"/>
            <ac:spMk id="4" creationId="{1D067C04-83DA-B764-8F1B-3A65D2BB4049}"/>
          </ac:spMkLst>
        </pc:spChg>
        <pc:spChg chg="mod">
          <ac:chgData name="Jan Willem van den End (EBO_CMA)" userId="32ade95a-e024-4672-952f-5ed8641a9e00" providerId="ADAL" clId="{3BBBE02E-ACD4-4586-9407-5E79BF620DF1}" dt="2026-09-25T09:12:45.567" v="4546" actId="1035"/>
          <ac:spMkLst>
            <pc:docMk/>
            <pc:sldMk cId="3588697" sldId="657"/>
            <ac:spMk id="5" creationId="{CA3656D4-EE51-EF04-3E51-2AD8DB9C0964}"/>
          </ac:spMkLst>
        </pc:spChg>
      </pc:sldChg>
      <pc:sldChg chg="modSp mod">
        <pc:chgData name="Jan Willem van den End (EBO_CMA)" userId="32ade95a-e024-4672-952f-5ed8641a9e00" providerId="ADAL" clId="{3BBBE02E-ACD4-4586-9407-5E79BF620DF1}" dt="2026-09-20T19:40:41.054" v="2411" actId="20577"/>
        <pc:sldMkLst>
          <pc:docMk/>
          <pc:sldMk cId="1203207517" sldId="768"/>
        </pc:sldMkLst>
        <pc:spChg chg="mod">
          <ac:chgData name="Jan Willem van den End (EBO_CMA)" userId="32ade95a-e024-4672-952f-5ed8641a9e00" providerId="ADAL" clId="{3BBBE02E-ACD4-4586-9407-5E79BF620DF1}" dt="2026-09-20T19:40:41.054" v="2411" actId="20577"/>
          <ac:spMkLst>
            <pc:docMk/>
            <pc:sldMk cId="1203207517" sldId="768"/>
            <ac:spMk id="8" creationId="{545BE5F7-F057-18CF-DA77-201D8BAEDAF2}"/>
          </ac:spMkLst>
        </pc:spChg>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5T10:09:42.045" v="5079" actId="20577"/>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del">
          <ac:chgData name="Jan Willem van den End (EBO_CMA)" userId="32ade95a-e024-4672-952f-5ed8641a9e00" providerId="ADAL" clId="{3BBBE02E-ACD4-4586-9407-5E79BF620DF1}" dt="2026-09-25T10:04:58.439" v="5052" actId="478"/>
          <ac:spMkLst>
            <pc:docMk/>
            <pc:sldMk cId="2428101549" sldId="784"/>
            <ac:spMk id="8" creationId="{873792AB-3A5F-9374-1FE8-71A49B10A05F}"/>
          </ac:spMkLst>
        </pc:spChg>
        <pc:spChg chg="add mod">
          <ac:chgData name="Jan Willem van den End (EBO_CMA)" userId="32ade95a-e024-4672-952f-5ed8641a9e00" providerId="ADAL" clId="{3BBBE02E-ACD4-4586-9407-5E79BF620DF1}" dt="2026-09-25T10:07:09.998" v="5062" actId="6549"/>
          <ac:spMkLst>
            <pc:docMk/>
            <pc:sldMk cId="2428101549" sldId="784"/>
            <ac:spMk id="13" creationId="{C8DC46B8-5E08-30F3-1EE3-CB90635026CE}"/>
          </ac:spMkLst>
        </pc:spChg>
        <pc:picChg chg="del mod">
          <ac:chgData name="Jan Willem van den End (EBO_CMA)" userId="32ade95a-e024-4672-952f-5ed8641a9e00" providerId="ADAL" clId="{3BBBE02E-ACD4-4586-9407-5E79BF620DF1}" dt="2026-09-25T09:43:59.910" v="4968" actId="478"/>
          <ac:picMkLst>
            <pc:docMk/>
            <pc:sldMk cId="2428101549" sldId="784"/>
            <ac:picMk id="3" creationId="{3AEC0293-BD5F-607E-F810-8030B0619792}"/>
          </ac:picMkLst>
        </pc:picChg>
        <pc:picChg chg="del mod">
          <ac:chgData name="Jan Willem van den End (EBO_CMA)" userId="32ade95a-e024-4672-952f-5ed8641a9e00" providerId="ADAL" clId="{3BBBE02E-ACD4-4586-9407-5E79BF620DF1}" dt="2026-09-25T10:00:35.450" v="5020" actId="478"/>
          <ac:picMkLst>
            <pc:docMk/>
            <pc:sldMk cId="2428101549" sldId="784"/>
            <ac:picMk id="4" creationId="{5BE696B4-4B0A-E2D7-1BD3-02940175CF30}"/>
          </ac:picMkLst>
        </pc:picChg>
        <pc:picChg chg="del mod">
          <ac:chgData name="Jan Willem van den End (EBO_CMA)" userId="32ade95a-e024-4672-952f-5ed8641a9e00" providerId="ADAL" clId="{3BBBE02E-ACD4-4586-9407-5E79BF620DF1}" dt="2026-09-25T09:45:07.933" v="4974" actId="478"/>
          <ac:picMkLst>
            <pc:docMk/>
            <pc:sldMk cId="2428101549" sldId="784"/>
            <ac:picMk id="7" creationId="{339ECCAE-ABF5-C0A3-D3B2-D90FA8CF9B40}"/>
          </ac:picMkLst>
        </pc:picChg>
        <pc:picChg chg="del mod">
          <ac:chgData name="Jan Willem van den End (EBO_CMA)" userId="32ade95a-e024-4672-952f-5ed8641a9e00" providerId="ADAL" clId="{3BBBE02E-ACD4-4586-9407-5E79BF620DF1}" dt="2026-09-25T10:00:59.393" v="5025" actId="478"/>
          <ac:picMkLst>
            <pc:docMk/>
            <pc:sldMk cId="2428101549" sldId="784"/>
            <ac:picMk id="9" creationId="{3CC04740-1A15-978C-59A4-C12419BDA591}"/>
          </ac:picMkLst>
        </pc:picChg>
        <pc:picChg chg="mod">
          <ac:chgData name="Jan Willem van den End (EBO_CMA)" userId="32ade95a-e024-4672-952f-5ed8641a9e00" providerId="ADAL" clId="{3BBBE02E-ACD4-4586-9407-5E79BF620DF1}" dt="2026-09-25T10:08:15.766" v="5076" actId="1035"/>
          <ac:picMkLst>
            <pc:docMk/>
            <pc:sldMk cId="2428101549" sldId="784"/>
            <ac:picMk id="10" creationId="{FC7B6F34-37FE-D63D-7B8B-54AB0BA70756}"/>
          </ac:picMkLst>
        </pc:picChg>
        <pc:picChg chg="mod">
          <ac:chgData name="Jan Willem van den End (EBO_CMA)" userId="32ade95a-e024-4672-952f-5ed8641a9e00" providerId="ADAL" clId="{3BBBE02E-ACD4-4586-9407-5E79BF620DF1}" dt="2026-09-25T10:08:15.766" v="5076" actId="1035"/>
          <ac:picMkLst>
            <pc:docMk/>
            <pc:sldMk cId="2428101549" sldId="784"/>
            <ac:picMk id="11" creationId="{9865C647-8D5F-98A1-58E5-AEFAF3242ABD}"/>
          </ac:picMkLst>
        </pc:picChg>
      </pc:sldChg>
      <pc:sldChg chg="modSp mod">
        <pc:chgData name="Jan Willem van den End (EBO_CMA)" userId="32ade95a-e024-4672-952f-5ed8641a9e00" providerId="ADAL" clId="{3BBBE02E-ACD4-4586-9407-5E79BF620DF1}" dt="2026-09-19T07:22:24.819" v="1551" actId="20577"/>
        <pc:sldMkLst>
          <pc:docMk/>
          <pc:sldMk cId="4129420739" sldId="786"/>
        </pc:sldMkLst>
        <pc:spChg chg="mod">
          <ac:chgData name="Jan Willem van den End (EBO_CMA)" userId="32ade95a-e024-4672-952f-5ed8641a9e00" providerId="ADAL" clId="{3BBBE02E-ACD4-4586-9407-5E79BF620DF1}" dt="2026-09-19T07:22:24.819" v="1551"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0T19:43:08.706" v="2453" actId="6549"/>
        <pc:sldMkLst>
          <pc:docMk/>
          <pc:sldMk cId="3777662078" sldId="790"/>
        </pc:sldMkLst>
        <pc:spChg chg="mod">
          <ac:chgData name="Jan Willem van den End (EBO_CMA)" userId="32ade95a-e024-4672-952f-5ed8641a9e00" providerId="ADAL" clId="{3BBBE02E-ACD4-4586-9407-5E79BF620DF1}" dt="2026-09-20T19:43:08.706" v="2453" actId="6549"/>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3T10:25:55.343" v="4048" actId="6549"/>
        <pc:sldMkLst>
          <pc:docMk/>
          <pc:sldMk cId="374833015" sldId="791"/>
        </pc:sldMkLst>
        <pc:spChg chg="mod">
          <ac:chgData name="Jan Willem van den End (EBO_CMA)" userId="32ade95a-e024-4672-952f-5ed8641a9e00" providerId="ADAL" clId="{3BBBE02E-ACD4-4586-9407-5E79BF620DF1}" dt="2026-09-20T19:32:00.290" v="2064" actId="1076"/>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pc:chgData name="Jan Willem van den End (EBO_CMA)" userId="32ade95a-e024-4672-952f-5ed8641a9e00" providerId="ADAL" clId="{3BBBE02E-ACD4-4586-9407-5E79BF620DF1}" dt="2026-09-25T10:11:22.362" v="5083" actId="1035"/>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3T09:52:20.284" v="3869" actId="6549"/>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0:07:26.909" v="5070" actId="6549"/>
          <ac:spMkLst>
            <pc:docMk/>
            <pc:sldMk cId="2304846322" sldId="792"/>
            <ac:spMk id="8" creationId="{AEE2C5DE-2B6A-1A21-C169-797AC72B8FC2}"/>
          </ac:spMkLst>
        </pc:spChg>
        <pc:picChg chg="add del mod">
          <ac:chgData name="Jan Willem van den End (EBO_CMA)" userId="32ade95a-e024-4672-952f-5ed8641a9e00" providerId="ADAL" clId="{3BBBE02E-ACD4-4586-9407-5E79BF620DF1}" dt="2026-09-25T09:47:58.449" v="4980" actId="478"/>
          <ac:picMkLst>
            <pc:docMk/>
            <pc:sldMk cId="2304846322" sldId="792"/>
            <ac:picMk id="3" creationId="{FD8FEF3A-B9D3-C258-3FD3-115594E60806}"/>
          </ac:picMkLst>
        </pc:picChg>
        <pc:picChg chg="del mod">
          <ac:chgData name="Jan Willem van den End (EBO_CMA)" userId="32ade95a-e024-4672-952f-5ed8641a9e00" providerId="ADAL" clId="{3BBBE02E-ACD4-4586-9407-5E79BF620DF1}" dt="2026-09-25T10:01:46.698" v="5028" actId="478"/>
          <ac:picMkLst>
            <pc:docMk/>
            <pc:sldMk cId="2304846322" sldId="792"/>
            <ac:picMk id="4" creationId="{E14172C9-E0A8-FF02-C420-5CB128428A90}"/>
          </ac:picMkLst>
        </pc:picChg>
        <pc:picChg chg="del mod">
          <ac:chgData name="Jan Willem van den End (EBO_CMA)" userId="32ade95a-e024-4672-952f-5ed8641a9e00" providerId="ADAL" clId="{3BBBE02E-ACD4-4586-9407-5E79BF620DF1}" dt="2026-09-25T10:02:07.601" v="5031" actId="478"/>
          <ac:picMkLst>
            <pc:docMk/>
            <pc:sldMk cId="2304846322" sldId="792"/>
            <ac:picMk id="7" creationId="{487963F1-91B7-B155-55EA-19DCB885998B}"/>
          </ac:picMkLst>
        </pc:picChg>
        <pc:picChg chg="del mod">
          <ac:chgData name="Jan Willem van den End (EBO_CMA)" userId="32ade95a-e024-4672-952f-5ed8641a9e00" providerId="ADAL" clId="{3BBBE02E-ACD4-4586-9407-5E79BF620DF1}" dt="2026-09-25T09:48:18.415" v="4983" actId="478"/>
          <ac:picMkLst>
            <pc:docMk/>
            <pc:sldMk cId="2304846322" sldId="792"/>
            <ac:picMk id="9" creationId="{53094AB5-29A5-390F-D793-10B141A69812}"/>
          </ac:picMkLst>
        </pc:picChg>
        <pc:picChg chg="mod">
          <ac:chgData name="Jan Willem van den End (EBO_CMA)" userId="32ade95a-e024-4672-952f-5ed8641a9e00" providerId="ADAL" clId="{3BBBE02E-ACD4-4586-9407-5E79BF620DF1}" dt="2026-09-25T10:11:22.362" v="5083" actId="1035"/>
          <ac:picMkLst>
            <pc:docMk/>
            <pc:sldMk cId="2304846322" sldId="792"/>
            <ac:picMk id="10" creationId="{8ED05194-3FC9-0803-C7D5-C61C218BC7C9}"/>
          </ac:picMkLst>
        </pc:picChg>
        <pc:picChg chg="mod">
          <ac:chgData name="Jan Willem van den End (EBO_CMA)" userId="32ade95a-e024-4672-952f-5ed8641a9e00" providerId="ADAL" clId="{3BBBE02E-ACD4-4586-9407-5E79BF620DF1}" dt="2026-09-25T10:10:42.326" v="5080" actId="14100"/>
          <ac:picMkLst>
            <pc:docMk/>
            <pc:sldMk cId="2304846322" sldId="792"/>
            <ac:picMk id="11" creationId="{F62A9DDD-9890-E970-E360-5F7C952A0047}"/>
          </ac:picMkLst>
        </pc:picChg>
      </pc:sldChg>
      <pc:sldChg chg="modSp mod modNotesTx">
        <pc:chgData name="Jan Willem van den End (EBO_CMA)" userId="32ade95a-e024-4672-952f-5ed8641a9e00" providerId="ADAL" clId="{3BBBE02E-ACD4-4586-9407-5E79BF620DF1}" dt="2026-09-23T12:20:25.834" v="4079" actId="20577"/>
        <pc:sldMkLst>
          <pc:docMk/>
          <pc:sldMk cId="515665883" sldId="793"/>
        </pc:sldMkLst>
        <pc:spChg chg="mod">
          <ac:chgData name="Jan Willem van den End (EBO_CMA)" userId="32ade95a-e024-4672-952f-5ed8641a9e00" providerId="ADAL" clId="{3BBBE02E-ACD4-4586-9407-5E79BF620DF1}" dt="2026-09-23T12:20:25.834" v="4079" actId="20577"/>
          <ac:spMkLst>
            <pc:docMk/>
            <pc:sldMk cId="515665883" sldId="793"/>
            <ac:spMk id="2" creationId="{6B853D72-57E4-54DF-F916-E87E4C65C99E}"/>
          </ac:spMkLst>
        </pc:spChg>
      </pc:sldChg>
      <pc:sldChg chg="delSp modSp mod modNotesTx">
        <pc:chgData name="Jan Willem van den End (EBO_CMA)" userId="32ade95a-e024-4672-952f-5ed8641a9e00" providerId="ADAL" clId="{3BBBE02E-ACD4-4586-9407-5E79BF620DF1}" dt="2026-09-25T10:20:09.252" v="5088" actId="6549"/>
        <pc:sldMkLst>
          <pc:docMk/>
          <pc:sldMk cId="240743824" sldId="794"/>
        </pc:sldMkLst>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09-24T11:50:04.667" v="4152" actId="20577"/>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09-24T11:50:04.667" v="4152" actId="20577"/>
          <ac:spMkLst>
            <pc:docMk/>
            <pc:sldMk cId="909146083" sldId="796"/>
            <ac:spMk id="6" creationId="{4ED6076C-5ED2-F560-9ECC-68A359BFC0CA}"/>
          </ac:spMkLst>
        </pc:spChg>
        <pc:picChg chg="mod">
          <ac:chgData name="Jan Willem van den End (EBO_CMA)" userId="32ade95a-e024-4672-952f-5ed8641a9e00" providerId="ADAL" clId="{3BBBE02E-ACD4-4586-9407-5E79BF620DF1}" dt="2026-09-23T09:54:04.654" v="3873" actId="1076"/>
          <ac:picMkLst>
            <pc:docMk/>
            <pc:sldMk cId="909146083" sldId="796"/>
            <ac:picMk id="10" creationId="{C9A895D5-4DBA-4775-3A49-739C761362E5}"/>
          </ac:picMkLst>
        </pc:picChg>
      </pc:sldChg>
      <pc:sldChg chg="modSp add mod modNotesTx">
        <pc:chgData name="Jan Willem van den End (EBO_CMA)" userId="32ade95a-e024-4672-952f-5ed8641a9e00" providerId="ADAL" clId="{3BBBE02E-ACD4-4586-9407-5E79BF620DF1}" dt="2026-09-25T10:24:26.604" v="5203" actId="20577"/>
        <pc:sldMkLst>
          <pc:docMk/>
          <pc:sldMk cId="341592472" sldId="797"/>
        </pc:sldMkLst>
        <pc:spChg chg="mod">
          <ac:chgData name="Jan Willem van den End (EBO_CMA)" userId="32ade95a-e024-4672-952f-5ed8641a9e00" providerId="ADAL" clId="{3BBBE02E-ACD4-4586-9407-5E79BF620DF1}" dt="2026-09-25T09:33:44.581" v="4678" actId="20577"/>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25-9-2026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25-9-2026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endParaRPr lang="nl-NL"/>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a:t>.</a:t>
            </a:r>
            <a:endParaRPr lang="nl-NL" dirty="0"/>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e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4.jpeg"/><Relationship Id="rId5" Type="http://schemas.openxmlformats.org/officeDocument/2006/relationships/image" Target="../media/image13.jpeg"/><Relationship Id="rId4" Type="http://schemas.openxmlformats.org/officeDocument/2006/relationships/slide" Target="slid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830997"/>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relative</a:t>
            </a:r>
            <a:r>
              <a:rPr lang="nl-NL" sz="1200" dirty="0">
                <a:solidFill>
                  <a:srgbClr val="002060"/>
                </a:solidFill>
              </a:rPr>
              <a:t> </a:t>
            </a:r>
            <a:r>
              <a:rPr lang="nl-NL" sz="1200" dirty="0" err="1">
                <a:solidFill>
                  <a:srgbClr val="002060"/>
                </a:solidFill>
              </a:rPr>
              <a:t>to</a:t>
            </a:r>
            <a:r>
              <a:rPr lang="nl-NL" sz="1200" dirty="0">
                <a:solidFill>
                  <a:srgbClr val="002060"/>
                </a:solidFill>
              </a:rPr>
              <a:t> STOXX Europe 600.</a:t>
            </a:r>
          </a:p>
          <a:p>
            <a:pPr>
              <a:defRPr/>
            </a:pPr>
            <a:r>
              <a:rPr lang="nl-NL" sz="1200" dirty="0">
                <a:solidFill>
                  <a:srgbClr val="002060"/>
                </a:solidFill>
              </a:rPr>
              <a:t>Global </a:t>
            </a:r>
            <a:r>
              <a:rPr lang="nl-NL" sz="1200" dirty="0" err="1">
                <a:solidFill>
                  <a:srgbClr val="002060"/>
                </a:solidFill>
              </a:rPr>
              <a:t>uncertainty</a:t>
            </a:r>
            <a:r>
              <a:rPr lang="nl-NL" sz="1200" dirty="0">
                <a:solidFill>
                  <a:srgbClr val="002060"/>
                </a:solidFill>
              </a:rPr>
              <a:t> is princ </a:t>
            </a:r>
            <a:r>
              <a:rPr lang="nl-NL" sz="1200" dirty="0" err="1">
                <a:solidFill>
                  <a:srgbClr val="002060"/>
                </a:solidFill>
              </a:rPr>
              <a:t>comp</a:t>
            </a:r>
            <a:r>
              <a:rPr lang="nl-NL" sz="1200" dirty="0">
                <a:solidFill>
                  <a:srgbClr val="002060"/>
                </a:solidFill>
              </a:rPr>
              <a: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324482" y="775703"/>
            <a:ext cx="8645782"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investm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exports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other cycle/factor)</a:t>
            </a:r>
          </a:p>
        </p:txBody>
      </p:sp>
      <p:sp>
        <p:nvSpPr>
          <p:cNvPr id="4" name="Tekstvak 3">
            <a:extLst>
              <a:ext uri="{FF2B5EF4-FFF2-40B4-BE49-F238E27FC236}">
                <a16:creationId xmlns:a16="http://schemas.microsoft.com/office/drawing/2014/main" id="{1D067C04-83DA-B764-8F1B-3A65D2BB4049}"/>
              </a:ext>
            </a:extLst>
          </p:cNvPr>
          <p:cNvSpPr txBox="1"/>
          <p:nvPr/>
        </p:nvSpPr>
        <p:spPr>
          <a:xfrm>
            <a:off x="7928368" y="4907417"/>
            <a:ext cx="594360" cy="307777"/>
          </a:xfrm>
          <a:prstGeom prst="rect">
            <a:avLst/>
          </a:prstGeom>
          <a:noFill/>
        </p:spPr>
        <p:txBody>
          <a:bodyPr wrap="square" rtlCol="0">
            <a:spAutoFit/>
          </a:bodyPr>
          <a:lstStyle/>
          <a:p>
            <a:pPr>
              <a:defRPr/>
            </a:pPr>
            <a:r>
              <a:rPr lang="nl-NL" sz="1400" dirty="0">
                <a:solidFill>
                  <a:srgbClr val="002060"/>
                </a:solidFill>
                <a:hlinkClick r:id="rId3" action="ppaction://hlinksldjump"/>
              </a:rPr>
              <a:t>Link</a:t>
            </a:r>
            <a:endParaRPr lang="nl-NL" sz="1400" dirty="0">
              <a:solidFill>
                <a:srgbClr val="002060"/>
              </a:solidFill>
            </a:endParaRPr>
          </a:p>
        </p:txBody>
      </p:sp>
      <p:sp>
        <p:nvSpPr>
          <p:cNvPr id="5" name="Tekstvak 3">
            <a:extLst>
              <a:ext uri="{FF2B5EF4-FFF2-40B4-BE49-F238E27FC236}">
                <a16:creationId xmlns:a16="http://schemas.microsoft.com/office/drawing/2014/main" id="{CA3656D4-EE51-EF04-3E51-2AD8DB9C0964}"/>
              </a:ext>
            </a:extLst>
          </p:cNvPr>
          <p:cNvSpPr txBox="1"/>
          <p:nvPr/>
        </p:nvSpPr>
        <p:spPr>
          <a:xfrm>
            <a:off x="7896104" y="2769968"/>
            <a:ext cx="594360" cy="307777"/>
          </a:xfrm>
          <a:prstGeom prst="rect">
            <a:avLst/>
          </a:prstGeom>
          <a:noFill/>
        </p:spPr>
        <p:txBody>
          <a:bodyPr wrap="square" rtlCol="0">
            <a:spAutoFit/>
          </a:bodyPr>
          <a:lstStyle/>
          <a:p>
            <a:pPr>
              <a:defRPr/>
            </a:pPr>
            <a:r>
              <a:rPr lang="nl-NL" sz="1400" dirty="0">
                <a:solidFill>
                  <a:srgbClr val="002060"/>
                </a:solidFill>
                <a:hlinkClick r:id="rId4" action="ppaction://hlinksldjump"/>
              </a:rPr>
              <a:t>Link</a:t>
            </a:r>
            <a:endParaRPr lang="nl-NL" sz="1400" dirty="0">
              <a:solidFill>
                <a:srgbClr val="002060"/>
              </a:solidFill>
            </a:endParaRP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830997"/>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pic>
        <p:nvPicPr>
          <p:cNvPr id="10" name="Picture 9">
            <a:extLst>
              <a:ext uri="{FF2B5EF4-FFF2-40B4-BE49-F238E27FC236}">
                <a16:creationId xmlns:a16="http://schemas.microsoft.com/office/drawing/2014/main" id="{FC7B6F34-37FE-D63D-7B8B-54AB0BA70756}"/>
              </a:ext>
            </a:extLst>
          </p:cNvPr>
          <p:cNvPicPr>
            <a:picLocks noChangeAspect="1"/>
          </p:cNvPicPr>
          <p:nvPr/>
        </p:nvPicPr>
        <p:blipFill>
          <a:blip r:embed="rId3"/>
          <a:stretch>
            <a:fillRect/>
          </a:stretch>
        </p:blipFill>
        <p:spPr>
          <a:xfrm>
            <a:off x="4686994" y="1251821"/>
            <a:ext cx="3962400" cy="2144429"/>
          </a:xfrm>
          <a:prstGeom prst="rect">
            <a:avLst/>
          </a:prstGeom>
        </p:spPr>
      </p:pic>
      <p:pic>
        <p:nvPicPr>
          <p:cNvPr id="11" name="Picture 10">
            <a:extLst>
              <a:ext uri="{FF2B5EF4-FFF2-40B4-BE49-F238E27FC236}">
                <a16:creationId xmlns:a16="http://schemas.microsoft.com/office/drawing/2014/main" id="{9865C647-8D5F-98A1-58E5-AEFAF3242ABD}"/>
              </a:ext>
            </a:extLst>
          </p:cNvPr>
          <p:cNvPicPr>
            <a:picLocks noChangeAspect="1"/>
          </p:cNvPicPr>
          <p:nvPr/>
        </p:nvPicPr>
        <p:blipFill>
          <a:blip r:embed="rId4"/>
          <a:stretch>
            <a:fillRect/>
          </a:stretch>
        </p:blipFill>
        <p:spPr>
          <a:xfrm>
            <a:off x="4686994" y="3453794"/>
            <a:ext cx="3962400" cy="2144429"/>
          </a:xfrm>
          <a:prstGeom prst="rect">
            <a:avLst/>
          </a:prstGeom>
        </p:spPr>
      </p:pic>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10" name="Picture 9">
            <a:extLst>
              <a:ext uri="{FF2B5EF4-FFF2-40B4-BE49-F238E27FC236}">
                <a16:creationId xmlns:a16="http://schemas.microsoft.com/office/drawing/2014/main" id="{8ED05194-3FC9-0803-C7D5-C61C218BC7C9}"/>
              </a:ext>
            </a:extLst>
          </p:cNvPr>
          <p:cNvPicPr>
            <a:picLocks noChangeAspect="1"/>
          </p:cNvPicPr>
          <p:nvPr/>
        </p:nvPicPr>
        <p:blipFill>
          <a:blip r:embed="rId3"/>
          <a:stretch>
            <a:fillRect/>
          </a:stretch>
        </p:blipFill>
        <p:spPr>
          <a:xfrm>
            <a:off x="4673972" y="1230853"/>
            <a:ext cx="3962400" cy="2271299"/>
          </a:xfrm>
          <a:prstGeom prst="rect">
            <a:avLst/>
          </a:prstGeom>
        </p:spPr>
      </p:pic>
      <p:pic>
        <p:nvPicPr>
          <p:cNvPr id="11" name="Picture 10">
            <a:extLst>
              <a:ext uri="{FF2B5EF4-FFF2-40B4-BE49-F238E27FC236}">
                <a16:creationId xmlns:a16="http://schemas.microsoft.com/office/drawing/2014/main" id="{F62A9DDD-9890-E970-E360-5F7C952A0047}"/>
              </a:ext>
            </a:extLst>
          </p:cNvPr>
          <p:cNvPicPr>
            <a:picLocks noChangeAspect="1"/>
          </p:cNvPicPr>
          <p:nvPr/>
        </p:nvPicPr>
        <p:blipFill>
          <a:blip r:embed="rId4"/>
          <a:stretch>
            <a:fillRect/>
          </a:stretch>
        </p:blipFill>
        <p:spPr>
          <a:xfrm>
            <a:off x="4685470" y="3429000"/>
            <a:ext cx="3962400" cy="216157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9768" y="825662"/>
                <a:ext cx="8505051" cy="5679439"/>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control variables</a:t>
                </a:r>
              </a:p>
            </p:txBody>
          </p:sp>
        </mc:Choice>
        <mc:Fallback xmlns="">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9768" y="825662"/>
                <a:ext cx="8505051" cy="5679439"/>
              </a:xfrm>
              <a:blipFill>
                <a:blip r:embed="rId3"/>
                <a:stretch>
                  <a:fillRect l="-1864" t="-966"/>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p:sp>
        <p:nvSpPr>
          <p:cNvPr id="6" name="Tekstvak 3">
            <a:extLst>
              <a:ext uri="{FF2B5EF4-FFF2-40B4-BE49-F238E27FC236}">
                <a16:creationId xmlns:a16="http://schemas.microsoft.com/office/drawing/2014/main" id="{4ED6076C-5ED2-F560-9ECC-68A359BFC0CA}"/>
              </a:ext>
            </a:extLst>
          </p:cNvPr>
          <p:cNvSpPr txBox="1"/>
          <p:nvPr/>
        </p:nvSpPr>
        <p:spPr>
          <a:xfrm>
            <a:off x="163552" y="5061145"/>
            <a:ext cx="8748822" cy="1107996"/>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r>
              <a:rPr lang="en-US" sz="1100" i="1" noProof="1">
                <a:solidFill>
                  <a:srgbClr val="002060"/>
                </a:solidFill>
              </a:rPr>
              <a:t>X</a:t>
            </a:r>
            <a:r>
              <a:rPr lang="en-US" sz="1100" noProof="1">
                <a:solidFill>
                  <a:srgbClr val="002060"/>
                </a:solidFill>
              </a:rPr>
              <a:t>. As control variable, state aid as ratio of GDP is included (contemporaneous value of state aid and one period lagged GDP, source </a:t>
            </a:r>
            <a:r>
              <a:rPr lang="en-US" sz="1100" noProof="1">
                <a:solidFill>
                  <a:srgbClr val="002060"/>
                </a:solidFill>
                <a:hlinkClick r:id="rId3"/>
              </a:rPr>
              <a:t>Eurostat</a:t>
            </a:r>
            <a:r>
              <a:rPr lang="en-US" sz="1100" noProof="1">
                <a:solidFill>
                  <a:srgbClr val="002060"/>
                </a:solidFill>
              </a:rPr>
              <a:t>).</a:t>
            </a:r>
            <a:endParaRPr lang="nl-NL" sz="1100" noProof="1">
              <a:solidFill>
                <a:srgbClr val="002060"/>
              </a:solidFill>
            </a:endParaRPr>
          </a:p>
        </p:txBody>
      </p:sp>
      <p:pic>
        <p:nvPicPr>
          <p:cNvPr id="10" name="Picture 9">
            <a:extLst>
              <a:ext uri="{FF2B5EF4-FFF2-40B4-BE49-F238E27FC236}">
                <a16:creationId xmlns:a16="http://schemas.microsoft.com/office/drawing/2014/main" id="{C9A895D5-4DBA-4775-3A49-739C761362E5}"/>
              </a:ext>
            </a:extLst>
          </p:cNvPr>
          <p:cNvPicPr>
            <a:picLocks noChangeAspect="1"/>
          </p:cNvPicPr>
          <p:nvPr/>
        </p:nvPicPr>
        <p:blipFill>
          <a:blip r:embed="rId4"/>
          <a:stretch>
            <a:fillRect/>
          </a:stretch>
        </p:blipFill>
        <p:spPr>
          <a:xfrm>
            <a:off x="281720" y="2617342"/>
            <a:ext cx="8630654" cy="2302129"/>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investment matters, but mainly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Financial AI-exposure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invetsments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5"/>
            <a:ext cx="8129275"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logit regressions </a:t>
            </a:r>
            <a:r>
              <a:rPr lang="nl-NL" sz="2000" noProof="1">
                <a:latin typeface="Arial" panose="020B0604020202020204" pitchFamily="34" charset="0"/>
                <a:ea typeface="Verdana" panose="020B0604030504040204" pitchFamily="34" charset="0"/>
                <a:cs typeface="Arial" panose="020B0604020202020204" pitchFamily="34" charset="0"/>
              </a:rPr>
              <a:t>→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1979</TotalTime>
  <Words>1317</Words>
  <Application>Microsoft Office PowerPoint</Application>
  <PresentationFormat>On-screen Show (4:3)</PresentationFormat>
  <Paragraphs>122</Paragraphs>
  <Slides>15</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15</vt:i4>
      </vt:variant>
    </vt:vector>
  </HeadingPairs>
  <TitlesOfParts>
    <vt:vector size="24"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2026-09-25T10:24:29Z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