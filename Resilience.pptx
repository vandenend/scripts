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93" dt="2026-09-24T11:11:42.992"/>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4T11:11:59.988" v="4118" actId="6549"/>
      <pc:docMkLst>
        <pc:docMk/>
      </pc:docMkLst>
      <pc:sldChg chg="modSp mod">
        <pc:chgData name="Jan Willem van den End (EBO_CMA)" userId="32ade95a-e024-4672-952f-5ed8641a9e00" providerId="ADAL" clId="{3BBBE02E-ACD4-4586-9407-5E79BF620DF1}" dt="2026-09-19T07:52:20.074" v="1794" actId="1076"/>
        <pc:sldMkLst>
          <pc:docMk/>
          <pc:sldMk cId="3588697" sldId="657"/>
        </pc:sldMkLst>
        <pc:spChg chg="mod">
          <ac:chgData name="Jan Willem van den End (EBO_CMA)" userId="32ade95a-e024-4672-952f-5ed8641a9e00" providerId="ADAL" clId="{3BBBE02E-ACD4-4586-9407-5E79BF620DF1}" dt="2026-09-19T07:52:20.074" v="1794" actId="1076"/>
          <ac:spMkLst>
            <pc:docMk/>
            <pc:sldMk cId="3588697" sldId="657"/>
            <ac:spMk id="5" creationId="{CA3656D4-EE51-EF04-3E51-2AD8DB9C0964}"/>
          </ac:spMkLst>
        </pc:spChg>
      </pc:sldChg>
      <pc:sldChg chg="modSp mod">
        <pc:chgData name="Jan Willem van den End (EBO_CMA)" userId="32ade95a-e024-4672-952f-5ed8641a9e00" providerId="ADAL" clId="{3BBBE02E-ACD4-4586-9407-5E79BF620DF1}" dt="2026-09-20T19:40:41.054" v="2411" actId="20577"/>
        <pc:sldMkLst>
          <pc:docMk/>
          <pc:sldMk cId="1203207517" sldId="768"/>
        </pc:sldMkLst>
        <pc:spChg chg="mod">
          <ac:chgData name="Jan Willem van den End (EBO_CMA)" userId="32ade95a-e024-4672-952f-5ed8641a9e00" providerId="ADAL" clId="{3BBBE02E-ACD4-4586-9407-5E79BF620DF1}" dt="2026-09-20T19:40:41.054" v="2411"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3T09:47:54.527" v="3772" actId="1035"/>
        <pc:sldMkLst>
          <pc:docMk/>
          <pc:sldMk cId="2428101549" sldId="784"/>
        </pc:sldMkLst>
        <pc:spChg chg="mod">
          <ac:chgData name="Jan Willem van den End (EBO_CMA)" userId="32ade95a-e024-4672-952f-5ed8641a9e00" providerId="ADAL" clId="{3BBBE02E-ACD4-4586-9407-5E79BF620DF1}" dt="2026-09-23T09:47:31.463" v="3757" actId="20577"/>
          <ac:spMkLst>
            <pc:docMk/>
            <pc:sldMk cId="2428101549" sldId="784"/>
            <ac:spMk id="6" creationId="{613E110F-8AEE-A02C-2032-1F07DE944DEB}"/>
          </ac:spMkLst>
        </pc:spChg>
        <pc:picChg chg="mod">
          <ac:chgData name="Jan Willem van den End (EBO_CMA)" userId="32ade95a-e024-4672-952f-5ed8641a9e00" providerId="ADAL" clId="{3BBBE02E-ACD4-4586-9407-5E79BF620DF1}" dt="2026-09-23T09:47:46.869" v="3758" actId="14100"/>
          <ac:picMkLst>
            <pc:docMk/>
            <pc:sldMk cId="2428101549" sldId="784"/>
            <ac:picMk id="3" creationId="{3AEC0293-BD5F-607E-F810-8030B0619792}"/>
          </ac:picMkLst>
        </pc:picChg>
        <pc:picChg chg="del mod">
          <ac:chgData name="Jan Willem van den End (EBO_CMA)" userId="32ade95a-e024-4672-952f-5ed8641a9e00" providerId="ADAL" clId="{3BBBE02E-ACD4-4586-9407-5E79BF620DF1}" dt="2026-09-23T09:45:48.661" v="3726" actId="478"/>
          <ac:picMkLst>
            <pc:docMk/>
            <pc:sldMk cId="2428101549" sldId="784"/>
            <ac:picMk id="4" creationId="{6ECE1DC5-FB80-BD91-88E9-814F7F9FA66B}"/>
          </ac:picMkLst>
        </pc:picChg>
        <pc:picChg chg="mod">
          <ac:chgData name="Jan Willem van den End (EBO_CMA)" userId="32ade95a-e024-4672-952f-5ed8641a9e00" providerId="ADAL" clId="{3BBBE02E-ACD4-4586-9407-5E79BF620DF1}" dt="2026-09-23T09:47:54.527" v="3772" actId="1035"/>
          <ac:picMkLst>
            <pc:docMk/>
            <pc:sldMk cId="2428101549" sldId="784"/>
            <ac:picMk id="7" creationId="{339ECCAE-ABF5-C0A3-D3B2-D90FA8CF9B40}"/>
          </ac:picMkLst>
        </pc:picChg>
        <pc:picChg chg="add del mod">
          <ac:chgData name="Jan Willem van den End (EBO_CMA)" userId="32ade95a-e024-4672-952f-5ed8641a9e00" providerId="ADAL" clId="{3BBBE02E-ACD4-4586-9407-5E79BF620DF1}" dt="2026-09-23T09:46:14.259" v="3731" actId="478"/>
          <ac:picMkLst>
            <pc:docMk/>
            <pc:sldMk cId="2428101549" sldId="784"/>
            <ac:picMk id="11" creationId="{7A25CD59-D632-9630-3CAD-3BDC8155E548}"/>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0T19:43:08.706" v="2453" actId="6549"/>
        <pc:sldMkLst>
          <pc:docMk/>
          <pc:sldMk cId="3777662078" sldId="790"/>
        </pc:sldMkLst>
        <pc:spChg chg="mod">
          <ac:chgData name="Jan Willem van den End (EBO_CMA)" userId="32ade95a-e024-4672-952f-5ed8641a9e00" providerId="ADAL" clId="{3BBBE02E-ACD4-4586-9407-5E79BF620DF1}" dt="2026-09-20T19:43:08.706" v="2453" actId="6549"/>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3T10:25:55.343" v="4048" actId="6549"/>
        <pc:sldMkLst>
          <pc:docMk/>
          <pc:sldMk cId="374833015" sldId="791"/>
        </pc:sldMkLst>
        <pc:spChg chg="mod">
          <ac:chgData name="Jan Willem van den End (EBO_CMA)" userId="32ade95a-e024-4672-952f-5ed8641a9e00" providerId="ADAL" clId="{3BBBE02E-ACD4-4586-9407-5E79BF620DF1}" dt="2026-09-20T19:32:00.290" v="2064" actId="1076"/>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picChg chg="del mod">
          <ac:chgData name="Jan Willem van den End (EBO_CMA)" userId="32ade95a-e024-4672-952f-5ed8641a9e00" providerId="ADAL" clId="{3BBBE02E-ACD4-4586-9407-5E79BF620DF1}" dt="2026-09-23T10:25:00.997" v="4009" actId="478"/>
          <ac:picMkLst>
            <pc:docMk/>
            <pc:sldMk cId="374833015" sldId="791"/>
            <ac:picMk id="9" creationId="{9A1BFB74-B0F9-69A1-8D0B-9ADBEF25B14A}"/>
          </ac:picMkLst>
        </pc:picChg>
      </pc:sldChg>
      <pc:sldChg chg="addSp delSp modSp mod">
        <pc:chgData name="Jan Willem van den End (EBO_CMA)" userId="32ade95a-e024-4672-952f-5ed8641a9e00" providerId="ADAL" clId="{3BBBE02E-ACD4-4586-9407-5E79BF620DF1}" dt="2026-09-23T09:52:20.284" v="3869" actId="6549"/>
        <pc:sldMkLst>
          <pc:docMk/>
          <pc:sldMk cId="2304846322" sldId="792"/>
        </pc:sldMkLst>
        <pc:spChg chg="mod">
          <ac:chgData name="Jan Willem van den End (EBO_CMA)" userId="32ade95a-e024-4672-952f-5ed8641a9e00" providerId="ADAL" clId="{3BBBE02E-ACD4-4586-9407-5E79BF620DF1}" dt="2026-09-23T09:52:20.284" v="3869" actId="6549"/>
          <ac:spMkLst>
            <pc:docMk/>
            <pc:sldMk cId="2304846322" sldId="792"/>
            <ac:spMk id="6" creationId="{CF9708F7-32AE-5645-3159-CE1174AB0729}"/>
          </ac:spMkLst>
        </pc:spChg>
        <pc:picChg chg="mod">
          <ac:chgData name="Jan Willem van den End (EBO_CMA)" userId="32ade95a-e024-4672-952f-5ed8641a9e00" providerId="ADAL" clId="{3BBBE02E-ACD4-4586-9407-5E79BF620DF1}" dt="2026-09-23T09:49:41.879" v="3789" actId="1038"/>
          <ac:picMkLst>
            <pc:docMk/>
            <pc:sldMk cId="2304846322" sldId="792"/>
            <ac:picMk id="3" creationId="{FD8FEF3A-B9D3-C258-3FD3-115594E60806}"/>
          </ac:picMkLst>
        </pc:picChg>
        <pc:picChg chg="del">
          <ac:chgData name="Jan Willem van den End (EBO_CMA)" userId="32ade95a-e024-4672-952f-5ed8641a9e00" providerId="ADAL" clId="{3BBBE02E-ACD4-4586-9407-5E79BF620DF1}" dt="2026-09-23T09:49:01.275" v="3777" actId="478"/>
          <ac:picMkLst>
            <pc:docMk/>
            <pc:sldMk cId="2304846322" sldId="792"/>
            <ac:picMk id="4" creationId="{551404D6-F9AD-BB52-B168-06741BAA0097}"/>
          </ac:picMkLst>
        </pc:picChg>
        <pc:picChg chg="del mod">
          <ac:chgData name="Jan Willem van den End (EBO_CMA)" userId="32ade95a-e024-4672-952f-5ed8641a9e00" providerId="ADAL" clId="{3BBBE02E-ACD4-4586-9407-5E79BF620DF1}" dt="2026-09-23T09:48:45.969" v="3773" actId="478"/>
          <ac:picMkLst>
            <pc:docMk/>
            <pc:sldMk cId="2304846322" sldId="792"/>
            <ac:picMk id="7" creationId="{5A97EF09-CBBC-6BFB-7A2B-C80CB9B80409}"/>
          </ac:picMkLst>
        </pc:picChg>
        <pc:picChg chg="mod">
          <ac:chgData name="Jan Willem van den End (EBO_CMA)" userId="32ade95a-e024-4672-952f-5ed8641a9e00" providerId="ADAL" clId="{3BBBE02E-ACD4-4586-9407-5E79BF620DF1}" dt="2026-09-23T09:49:48.959" v="3790" actId="14100"/>
          <ac:picMkLst>
            <pc:docMk/>
            <pc:sldMk cId="2304846322" sldId="792"/>
            <ac:picMk id="9" creationId="{53094AB5-29A5-390F-D793-10B141A69812}"/>
          </ac:picMkLst>
        </pc:picChg>
      </pc:sldChg>
      <pc:sldChg chg="modSp mod modNotesTx">
        <pc:chgData name="Jan Willem van den End (EBO_CMA)" userId="32ade95a-e024-4672-952f-5ed8641a9e00" providerId="ADAL" clId="{3BBBE02E-ACD4-4586-9407-5E79BF620DF1}" dt="2026-09-23T12:20:25.834" v="4079" actId="20577"/>
        <pc:sldMkLst>
          <pc:docMk/>
          <pc:sldMk cId="515665883" sldId="793"/>
        </pc:sldMkLst>
        <pc:spChg chg="mod">
          <ac:chgData name="Jan Willem van den End (EBO_CMA)" userId="32ade95a-e024-4672-952f-5ed8641a9e00" providerId="ADAL" clId="{3BBBE02E-ACD4-4586-9407-5E79BF620DF1}" dt="2026-09-23T12:20:25.834" v="4079" actId="20577"/>
          <ac:spMkLst>
            <pc:docMk/>
            <pc:sldMk cId="515665883" sldId="793"/>
            <ac:spMk id="2" creationId="{6B853D72-57E4-54DF-F916-E87E4C65C99E}"/>
          </ac:spMkLst>
        </pc:spChg>
      </pc:sldChg>
      <pc:sldChg chg="delSp modSp mod">
        <pc:chgData name="Jan Willem van den End (EBO_CMA)" userId="32ade95a-e024-4672-952f-5ed8641a9e00" providerId="ADAL" clId="{3BBBE02E-ACD4-4586-9407-5E79BF620DF1}" dt="2026-09-24T11:08:23.522" v="4101" actId="20577"/>
        <pc:sldMkLst>
          <pc:docMk/>
          <pc:sldMk cId="240743824" sldId="794"/>
        </pc:sldMkLst>
        <pc:spChg chg="mod">
          <ac:chgData name="Jan Willem van den End (EBO_CMA)" userId="32ade95a-e024-4672-952f-5ed8641a9e00" providerId="ADAL" clId="{3BBBE02E-ACD4-4586-9407-5E79BF620DF1}" dt="2026-09-24T11:08:23.522" v="4101" actId="20577"/>
          <ac:spMkLst>
            <pc:docMk/>
            <pc:sldMk cId="240743824" sldId="794"/>
            <ac:spMk id="11" creationId="{D6974398-2614-1310-0782-A3E80B13A2FD}"/>
          </ac:spMkLst>
        </pc:spChg>
        <pc:picChg chg="del mod">
          <ac:chgData name="Jan Willem van den End (EBO_CMA)" userId="32ade95a-e024-4672-952f-5ed8641a9e00" providerId="ADAL" clId="{3BBBE02E-ACD4-4586-9407-5E79BF620DF1}" dt="2026-09-23T10:16:17.670" v="3969" actId="478"/>
          <ac:picMkLst>
            <pc:docMk/>
            <pc:sldMk cId="240743824" sldId="794"/>
            <ac:picMk id="3" creationId="{A9B511F9-EA27-E187-9227-1EF502D06828}"/>
          </ac:picMkLst>
        </pc:pic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3T09:55:54.127" v="3964" actId="20577"/>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3T09:55:54.127" v="3964" actId="20577"/>
          <ac:spMkLst>
            <pc:docMk/>
            <pc:sldMk cId="909146083" sldId="796"/>
            <ac:spMk id="6" creationId="{4ED6076C-5ED2-F560-9ECC-68A359BFC0CA}"/>
          </ac:spMkLst>
        </pc:spChg>
        <pc:spChg chg="add del mod">
          <ac:chgData name="Jan Willem van den End (EBO_CMA)" userId="32ade95a-e024-4672-952f-5ed8641a9e00" providerId="ADAL" clId="{3BBBE02E-ACD4-4586-9407-5E79BF620DF1}" dt="2026-09-23T09:37:31.990" v="3628" actId="21"/>
          <ac:spMkLst>
            <pc:docMk/>
            <pc:sldMk cId="909146083" sldId="796"/>
            <ac:spMk id="7" creationId="{475F513A-C52D-7D55-1C0D-2A6BC3630CED}"/>
          </ac:spMkLst>
        </pc:spChg>
        <pc:spChg chg="add del mod">
          <ac:chgData name="Jan Willem van den End (EBO_CMA)" userId="32ade95a-e024-4672-952f-5ed8641a9e00" providerId="ADAL" clId="{3BBBE02E-ACD4-4586-9407-5E79BF620DF1}" dt="2026-09-23T09:53:48.056" v="3871" actId="478"/>
          <ac:spMkLst>
            <pc:docMk/>
            <pc:sldMk cId="909146083" sldId="796"/>
            <ac:spMk id="8" creationId="{82858DA4-8DA2-B74F-6A14-AA63B019E87D}"/>
          </ac:spMkLst>
        </pc:spChg>
        <pc:picChg chg="del mod">
          <ac:chgData name="Jan Willem van den End (EBO_CMA)" userId="32ade95a-e024-4672-952f-5ed8641a9e00" providerId="ADAL" clId="{3BBBE02E-ACD4-4586-9407-5E79BF620DF1}" dt="2026-09-23T09:37:00.284" v="3624" actId="478"/>
          <ac:picMkLst>
            <pc:docMk/>
            <pc:sldMk cId="909146083" sldId="796"/>
            <ac:picMk id="3" creationId="{A69985F4-E5BB-D076-899F-DF9BEDA0FAA6}"/>
          </ac:picMkLst>
        </pc:picChg>
        <pc:picChg chg="del mod">
          <ac:chgData name="Jan Willem van den End (EBO_CMA)" userId="32ade95a-e024-4672-952f-5ed8641a9e00" providerId="ADAL" clId="{3BBBE02E-ACD4-4586-9407-5E79BF620DF1}" dt="2026-09-23T09:53:44.862" v="3870" actId="478"/>
          <ac:picMkLst>
            <pc:docMk/>
            <pc:sldMk cId="909146083" sldId="796"/>
            <ac:picMk id="4" creationId="{77BBDB3E-D62F-2AA7-F4F9-963882708640}"/>
          </ac:picMkLst>
        </pc:picChg>
        <pc:picChg chg="mod">
          <ac:chgData name="Jan Willem van den End (EBO_CMA)" userId="32ade95a-e024-4672-952f-5ed8641a9e00" providerId="ADAL" clId="{3BBBE02E-ACD4-4586-9407-5E79BF620DF1}" dt="2026-09-23T09:54:04.654" v="3873" actId="1076"/>
          <ac:picMkLst>
            <pc:docMk/>
            <pc:sldMk cId="909146083" sldId="796"/>
            <ac:picMk id="10" creationId="{C9A895D5-4DBA-4775-3A49-739C761362E5}"/>
          </ac:picMkLst>
        </pc:picChg>
      </pc:sldChg>
      <pc:sldChg chg="modSp add mod">
        <pc:chgData name="Jan Willem van den End (EBO_CMA)" userId="32ade95a-e024-4672-952f-5ed8641a9e00" providerId="ADAL" clId="{3BBBE02E-ACD4-4586-9407-5E79BF620DF1}" dt="2026-09-24T11:11:59.988" v="4118" actId="6549"/>
        <pc:sldMkLst>
          <pc:docMk/>
          <pc:sldMk cId="341592472" sldId="797"/>
        </pc:sldMkLst>
        <pc:spChg chg="mod">
          <ac:chgData name="Jan Willem van den End (EBO_CMA)" userId="32ade95a-e024-4672-952f-5ed8641a9e00" providerId="ADAL" clId="{3BBBE02E-ACD4-4586-9407-5E79BF620DF1}" dt="2026-09-24T11:11:59.988" v="4118" actId="6549"/>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24-9-2026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24-9-2026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830997"/>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relative</a:t>
            </a:r>
            <a:r>
              <a:rPr lang="nl-NL" sz="1200" dirty="0">
                <a:solidFill>
                  <a:srgbClr val="002060"/>
                </a:solidFill>
              </a:rPr>
              <a:t> </a:t>
            </a:r>
            <a:r>
              <a:rPr lang="nl-NL" sz="1200" dirty="0" err="1">
                <a:solidFill>
                  <a:srgbClr val="002060"/>
                </a:solidFill>
              </a:rPr>
              <a:t>to</a:t>
            </a:r>
            <a:r>
              <a:rPr lang="nl-NL" sz="1200" dirty="0">
                <a:solidFill>
                  <a:srgbClr val="002060"/>
                </a:solidFill>
              </a:rPr>
              <a:t> STOXX Europe 600.</a:t>
            </a:r>
          </a:p>
          <a:p>
            <a:pPr>
              <a:defRPr/>
            </a:pPr>
            <a:r>
              <a:rPr lang="nl-NL" sz="1200" dirty="0">
                <a:solidFill>
                  <a:srgbClr val="002060"/>
                </a:solidFill>
              </a:rPr>
              <a:t>Global </a:t>
            </a:r>
            <a:r>
              <a:rPr lang="nl-NL" sz="1200" dirty="0" err="1">
                <a:solidFill>
                  <a:srgbClr val="002060"/>
                </a:solidFill>
              </a:rPr>
              <a:t>uncertainty</a:t>
            </a:r>
            <a:r>
              <a:rPr lang="nl-NL" sz="1200" dirty="0">
                <a:solidFill>
                  <a:srgbClr val="002060"/>
                </a:solidFill>
              </a:rPr>
              <a:t> is princ </a:t>
            </a:r>
            <a:r>
              <a:rPr lang="nl-NL" sz="1200" dirty="0" err="1">
                <a:solidFill>
                  <a:srgbClr val="002060"/>
                </a:solidFill>
              </a:rPr>
              <a:t>comp</a:t>
            </a:r>
            <a:r>
              <a:rPr lang="nl-NL" sz="1200" dirty="0">
                <a:solidFill>
                  <a:srgbClr val="002060"/>
                </a:solidFill>
              </a:rPr>
              <a: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438652" y="803135"/>
            <a:ext cx="8440171"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Structural channel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private investment</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digital investment by corporations</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equity investments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Cyclical channel </a:t>
            </a:r>
            <a:r>
              <a:rPr lang="en-US" sz="2000" noProof="1">
                <a:latin typeface="Arial" panose="020B0604020202020204" pitchFamily="34" charset="0"/>
                <a:ea typeface="Verdana" panose="020B0604030504040204" pitchFamily="34" charset="0"/>
                <a:cs typeface="Arial" panose="020B0604020202020204" pitchFamily="34" charset="0"/>
              </a:rPr>
              <a:t>→</a:t>
            </a:r>
            <a:r>
              <a:rPr lang="nl-NL" sz="2000" noProof="1">
                <a:latin typeface="Verdana" panose="020B0604030504040204" pitchFamily="34" charset="0"/>
                <a:ea typeface="Verdana" panose="020B0604030504040204" pitchFamily="34" charset="0"/>
              </a:rPr>
              <a:t> international trade and stock market</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exports of ICT/AI-related products</a:t>
            </a:r>
          </a:p>
          <a:p>
            <a:pPr marL="645750" lvl="3" indent="-285750">
              <a:lnSpc>
                <a:spcPct val="120000"/>
              </a:lnSpc>
              <a:spcAft>
                <a:spcPts val="3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correlation national stock index with SOX index</a:t>
            </a:r>
            <a:endParaRPr lang="en-US" sz="2300" noProof="1">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
        <p:nvSpPr>
          <p:cNvPr id="4" name="Tekstvak 3">
            <a:extLst>
              <a:ext uri="{FF2B5EF4-FFF2-40B4-BE49-F238E27FC236}">
                <a16:creationId xmlns:a16="http://schemas.microsoft.com/office/drawing/2014/main" id="{1D067C04-83DA-B764-8F1B-3A65D2BB4049}"/>
              </a:ext>
            </a:extLst>
          </p:cNvPr>
          <p:cNvSpPr txBox="1"/>
          <p:nvPr/>
        </p:nvSpPr>
        <p:spPr>
          <a:xfrm>
            <a:off x="7461505" y="5747088"/>
            <a:ext cx="594360" cy="307777"/>
          </a:xfrm>
          <a:prstGeom prst="rect">
            <a:avLst/>
          </a:prstGeom>
          <a:noFill/>
        </p:spPr>
        <p:txBody>
          <a:bodyPr wrap="square" rtlCol="0">
            <a:spAutoFit/>
          </a:bodyPr>
          <a:lstStyle/>
          <a:p>
            <a:pPr>
              <a:defRPr/>
            </a:pPr>
            <a:r>
              <a:rPr lang="nl-NL" sz="1400" dirty="0">
                <a:solidFill>
                  <a:srgbClr val="002060"/>
                </a:solidFill>
                <a:hlinkClick r:id="rId3" action="ppaction://hlinksldjump"/>
              </a:rPr>
              <a:t>Link</a:t>
            </a:r>
            <a:endParaRPr lang="nl-NL" sz="1400" dirty="0">
              <a:solidFill>
                <a:srgbClr val="002060"/>
              </a:solidFill>
            </a:endParaRPr>
          </a:p>
        </p:txBody>
      </p:sp>
      <p:sp>
        <p:nvSpPr>
          <p:cNvPr id="5" name="Tekstvak 3">
            <a:extLst>
              <a:ext uri="{FF2B5EF4-FFF2-40B4-BE49-F238E27FC236}">
                <a16:creationId xmlns:a16="http://schemas.microsoft.com/office/drawing/2014/main" id="{CA3656D4-EE51-EF04-3E51-2AD8DB9C0964}"/>
              </a:ext>
            </a:extLst>
          </p:cNvPr>
          <p:cNvSpPr txBox="1"/>
          <p:nvPr/>
        </p:nvSpPr>
        <p:spPr>
          <a:xfrm>
            <a:off x="7342633" y="3047300"/>
            <a:ext cx="594360" cy="307777"/>
          </a:xfrm>
          <a:prstGeom prst="rect">
            <a:avLst/>
          </a:prstGeom>
          <a:noFill/>
        </p:spPr>
        <p:txBody>
          <a:bodyPr wrap="square" rtlCol="0">
            <a:spAutoFit/>
          </a:bodyPr>
          <a:lstStyle/>
          <a:p>
            <a:pPr>
              <a:defRPr/>
            </a:pPr>
            <a:r>
              <a:rPr lang="nl-NL" sz="1400" dirty="0">
                <a:solidFill>
                  <a:srgbClr val="002060"/>
                </a:solidFill>
                <a:hlinkClick r:id="rId4" action="ppaction://hlinksldjump"/>
              </a:rPr>
              <a:t>Link</a:t>
            </a:r>
            <a:endParaRPr lang="nl-NL" sz="1400" dirty="0">
              <a:solidFill>
                <a:srgbClr val="002060"/>
              </a:solidFill>
            </a:endParaRP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1" y="1098631"/>
            <a:ext cx="3153296"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similar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High </a:t>
            </a:r>
            <a:r>
              <a:rPr lang="nl-NL" sz="1800" dirty="0" err="1"/>
              <a:t>equity</a:t>
            </a:r>
            <a:r>
              <a:rPr lang="nl-NL" sz="1800" dirty="0"/>
              <a:t> AI </a:t>
            </a:r>
            <a:r>
              <a:rPr lang="nl-NL" sz="1800" dirty="0" err="1"/>
              <a:t>invest</a:t>
            </a:r>
            <a:r>
              <a:rPr lang="nl-NL" sz="1800" dirty="0"/>
              <a:t> </a:t>
            </a:r>
            <a:r>
              <a:rPr lang="en-US" sz="1800" dirty="0"/>
              <a:t>seem to be a relative disadvantage in shock years (higher sensitivity to shocks)</a:t>
            </a:r>
            <a:endParaRPr lang="nl-NL" sz="1800" dirty="0"/>
          </a:p>
        </p:txBody>
      </p:sp>
      <p:sp>
        <p:nvSpPr>
          <p:cNvPr id="8" name="Tekstvak 3">
            <a:extLst>
              <a:ext uri="{FF2B5EF4-FFF2-40B4-BE49-F238E27FC236}">
                <a16:creationId xmlns:a16="http://schemas.microsoft.com/office/drawing/2014/main" id="{873792AB-3A5F-9374-1FE8-71A49B10A05F}"/>
              </a:ext>
            </a:extLst>
          </p:cNvPr>
          <p:cNvSpPr txBox="1"/>
          <p:nvPr/>
        </p:nvSpPr>
        <p:spPr>
          <a:xfrm>
            <a:off x="4088753" y="5653088"/>
            <a:ext cx="4844935" cy="1107996"/>
          </a:xfrm>
          <a:prstGeom prst="rect">
            <a:avLst/>
          </a:prstGeom>
          <a:noFill/>
        </p:spPr>
        <p:txBody>
          <a:bodyPr wrap="square" rtlCol="0">
            <a:spAutoFit/>
          </a:bodyPr>
          <a:lstStyle/>
          <a:p>
            <a:pPr algn="just">
              <a:defRPr/>
            </a:pPr>
            <a:r>
              <a:rPr lang="nl-NL" sz="1100" noProof="1">
                <a:solidFill>
                  <a:srgbClr val="002060"/>
                </a:solidFill>
              </a:rPr>
              <a:t>Lower vs higher than median ICT/AI-investment ratio (10 EA countries, 2011-25 (all years), 2020, 2022, 2025 (shock years). ***, **, * indicate 1%, 5%, 10% significance of difference between blue and grey dot in same period. +++, ++, + indicate 1%, 5%, 10% significance of difference between blue (grey) dots in all years vs shock years (two-proportion z-test)</a:t>
            </a:r>
          </a:p>
        </p:txBody>
      </p:sp>
      <p:sp>
        <p:nvSpPr>
          <p:cNvPr id="5" name="Tekstvak 3">
            <a:extLst>
              <a:ext uri="{FF2B5EF4-FFF2-40B4-BE49-F238E27FC236}">
                <a16:creationId xmlns:a16="http://schemas.microsoft.com/office/drawing/2014/main" id="{0EEE5C01-F407-B286-8291-7A84B3BBB14E}"/>
              </a:ext>
            </a:extLst>
          </p:cNvPr>
          <p:cNvSpPr txBox="1"/>
          <p:nvPr/>
        </p:nvSpPr>
        <p:spPr>
          <a:xfrm>
            <a:off x="4655684" y="664366"/>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pic>
        <p:nvPicPr>
          <p:cNvPr id="3" name="Picture 2">
            <a:extLst>
              <a:ext uri="{FF2B5EF4-FFF2-40B4-BE49-F238E27FC236}">
                <a16:creationId xmlns:a16="http://schemas.microsoft.com/office/drawing/2014/main" id="{3AEC0293-BD5F-607E-F810-8030B0619792}"/>
              </a:ext>
            </a:extLst>
          </p:cNvPr>
          <p:cNvPicPr>
            <a:picLocks noChangeAspect="1"/>
          </p:cNvPicPr>
          <p:nvPr/>
        </p:nvPicPr>
        <p:blipFill>
          <a:blip r:embed="rId3"/>
          <a:stretch>
            <a:fillRect/>
          </a:stretch>
        </p:blipFill>
        <p:spPr>
          <a:xfrm>
            <a:off x="4643818" y="1250167"/>
            <a:ext cx="3962400" cy="2079135"/>
          </a:xfrm>
          <a:prstGeom prst="rect">
            <a:avLst/>
          </a:prstGeom>
        </p:spPr>
      </p:pic>
      <p:pic>
        <p:nvPicPr>
          <p:cNvPr id="7" name="Picture 6">
            <a:extLst>
              <a:ext uri="{FF2B5EF4-FFF2-40B4-BE49-F238E27FC236}">
                <a16:creationId xmlns:a16="http://schemas.microsoft.com/office/drawing/2014/main" id="{339ECCAE-ABF5-C0A3-D3B2-D90FA8CF9B40}"/>
              </a:ext>
            </a:extLst>
          </p:cNvPr>
          <p:cNvPicPr>
            <a:picLocks noChangeAspect="1"/>
          </p:cNvPicPr>
          <p:nvPr/>
        </p:nvPicPr>
        <p:blipFill>
          <a:blip r:embed="rId4"/>
          <a:stretch>
            <a:fillRect/>
          </a:stretch>
        </p:blipFill>
        <p:spPr>
          <a:xfrm>
            <a:off x="4655684" y="3393570"/>
            <a:ext cx="3962400" cy="2079135"/>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088753" y="5653088"/>
            <a:ext cx="4844935" cy="1107996"/>
          </a:xfrm>
          <a:prstGeom prst="rect">
            <a:avLst/>
          </a:prstGeom>
          <a:noFill/>
        </p:spPr>
        <p:txBody>
          <a:bodyPr wrap="square" rtlCol="0">
            <a:spAutoFit/>
          </a:bodyPr>
          <a:lstStyle/>
          <a:p>
            <a:pPr algn="just">
              <a:defRPr/>
            </a:pPr>
            <a:r>
              <a:rPr lang="nl-NL" sz="1100" noProof="1">
                <a:solidFill>
                  <a:srgbClr val="002060"/>
                </a:solidFill>
              </a:rPr>
              <a:t>Lower vs higher than median ICT/AI-exposure (10 EA countries, 2011-25 (all years), 2020, 2022, 2025 (shock years). ***, **, * indicate 1%, 5%, 10% significance of difference between blue and grey dot in same period. +++, ++, + indicate 1%, 5%, 10% significance of difference between blue (grey) dots in all years vs shock years (two-proportion z-test).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55684" y="664366"/>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FD8FEF3A-B9D3-C258-3FD3-115594E60806}"/>
              </a:ext>
            </a:extLst>
          </p:cNvPr>
          <p:cNvPicPr>
            <a:picLocks noChangeAspect="1"/>
          </p:cNvPicPr>
          <p:nvPr/>
        </p:nvPicPr>
        <p:blipFill>
          <a:blip r:embed="rId3"/>
          <a:stretch>
            <a:fillRect/>
          </a:stretch>
        </p:blipFill>
        <p:spPr>
          <a:xfrm>
            <a:off x="4561469" y="1249141"/>
            <a:ext cx="3962400" cy="2170453"/>
          </a:xfrm>
          <a:prstGeom prst="rect">
            <a:avLst/>
          </a:prstGeom>
        </p:spPr>
      </p:pic>
      <p:pic>
        <p:nvPicPr>
          <p:cNvPr id="9" name="Picture 8">
            <a:extLst>
              <a:ext uri="{FF2B5EF4-FFF2-40B4-BE49-F238E27FC236}">
                <a16:creationId xmlns:a16="http://schemas.microsoft.com/office/drawing/2014/main" id="{53094AB5-29A5-390F-D793-10B141A69812}"/>
              </a:ext>
            </a:extLst>
          </p:cNvPr>
          <p:cNvPicPr>
            <a:picLocks noChangeAspect="1"/>
          </p:cNvPicPr>
          <p:nvPr/>
        </p:nvPicPr>
        <p:blipFill>
          <a:blip r:embed="rId4"/>
          <a:stretch>
            <a:fillRect/>
          </a:stretch>
        </p:blipFill>
        <p:spPr>
          <a:xfrm>
            <a:off x="4572000" y="3429000"/>
            <a:ext cx="3962400" cy="2103119"/>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xmlns:a14="http://schemas.microsoft.com/office/drawing/2010/main">
        <mc:Choice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9768" y="825662"/>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control variables</a:t>
                </a:r>
              </a:p>
            </p:txBody>
          </p:sp>
        </mc:Choice>
        <mc:Fallback xmlns="">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9768" y="825662"/>
                <a:ext cx="8505051" cy="5679439"/>
              </a:xfrm>
              <a:blipFill>
                <a:blip r:embed="rId3"/>
                <a:stretch>
                  <a:fillRect l="-1864"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 state aid as ratio of GDP is included (contemporaneous value of state aid and one period lagged GDP).</a:t>
            </a:r>
            <a:endParaRPr lang="nl-NL" sz="1100" noProof="1">
              <a:solidFill>
                <a:srgbClr val="002060"/>
              </a:solidFill>
            </a:endParaRPr>
          </a:p>
        </p:txBody>
      </p:sp>
      <p:pic>
        <p:nvPicPr>
          <p:cNvPr id="10" name="Picture 9">
            <a:extLst>
              <a:ext uri="{FF2B5EF4-FFF2-40B4-BE49-F238E27FC236}">
                <a16:creationId xmlns:a16="http://schemas.microsoft.com/office/drawing/2014/main" id="{C9A895D5-4DBA-4775-3A49-739C761362E5}"/>
              </a:ext>
            </a:extLst>
          </p:cNvPr>
          <p:cNvPicPr>
            <a:picLocks noChangeAspect="1"/>
          </p:cNvPicPr>
          <p:nvPr/>
        </p:nvPicPr>
        <p:blipFill>
          <a:blip r:embed="rId3"/>
          <a:stretch>
            <a:fillRect/>
          </a:stretch>
        </p:blipFill>
        <p:spPr>
          <a:xfrm>
            <a:off x="281720" y="2617342"/>
            <a:ext cx="8630654" cy="230212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investment matters, but mainly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Financial AI-exposure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invetsments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7" y="4774417"/>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logit regressions </a:t>
            </a:r>
            <a:r>
              <a:rPr lang="nl-NL" sz="2000" noProof="1">
                <a:latin typeface="Arial" panose="020B0604020202020204" pitchFamily="34" charset="0"/>
                <a:ea typeface="Verdana" panose="020B0604030504040204" pitchFamily="34" charset="0"/>
                <a:cs typeface="Arial" panose="020B0604020202020204" pitchFamily="34" charset="0"/>
              </a:rPr>
              <a:t>→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endParaRPr lang="nl-NL"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1864</TotalTime>
  <Words>1212</Words>
  <Application>Microsoft Office PowerPoint</Application>
  <PresentationFormat>On-screen Show (4:3)</PresentationFormat>
  <Paragraphs>117</Paragraphs>
  <Slides>15</Slides>
  <Notes>15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Aptos</vt:lpstr>
      <vt:lpstr>Arial</vt:lpstr>
      <vt:lpstr>Calibri</vt:lpstr>
      <vt:lpstr>Cambria Math</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2026-09-24T11:12:02Z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